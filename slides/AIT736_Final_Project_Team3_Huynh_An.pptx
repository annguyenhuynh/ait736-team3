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4"/>
  </p:sldMasterIdLst>
  <p:notesMasterIdLst>
    <p:notesMasterId r:id="rId17"/>
  </p:notesMasterIdLst>
  <p:sldIdLst>
    <p:sldId id="256" r:id="rId5"/>
    <p:sldId id="268" r:id="rId6"/>
    <p:sldId id="261" r:id="rId7"/>
    <p:sldId id="257" r:id="rId8"/>
    <p:sldId id="262" r:id="rId9"/>
    <p:sldId id="263" r:id="rId10"/>
    <p:sldId id="264" r:id="rId11"/>
    <p:sldId id="266" r:id="rId12"/>
    <p:sldId id="267" r:id="rId13"/>
    <p:sldId id="258" r:id="rId14"/>
    <p:sldId id="259" r:id="rId15"/>
    <p:sldId id="260"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r:id="rId18" roundtripDataSignature="AMtx7mjoA08xUQFmVkTcOpqRfxDqbGkKo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909E"/>
    <a:srgbClr val="FFFFFF"/>
    <a:srgbClr val="00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6CCB7F-4684-4FCC-9D44-4E04CBA3B522}" v="10" dt="2023-01-04T18:36:53.197"/>
  </p1510:revLst>
</p1510:revInfo>
</file>

<file path=ppt/tableStyles.xml><?xml version="1.0" encoding="utf-8"?>
<a:tblStyleLst xmlns:a="http://schemas.openxmlformats.org/drawingml/2006/main" def="{9FC0CF5B-8249-4F8D-B440-F45ADADE8D9B}">
  <a:tblStyle styleId="{9FC0CF5B-8249-4F8D-B440-F45ADADE8D9B}"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315" autoAdjust="0"/>
  </p:normalViewPr>
  <p:slideViewPr>
    <p:cSldViewPr snapToGrid="0">
      <p:cViewPr varScale="1">
        <p:scale>
          <a:sx n="67" d="100"/>
          <a:sy n="67" d="100"/>
        </p:scale>
        <p:origin x="76" y="2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customschemas.google.com/relationships/presentationmetadata" Target="metadata"/><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nahan, Jon" userId="2ec754d5-76a3-4390-93c8-428635879826" providerId="ADAL" clId="{888F7783-4083-44DC-8A02-E4F62F4C3ED0}"/>
    <pc:docChg chg="undo custSel modSld">
      <pc:chgData name="Shanahan, Jon" userId="2ec754d5-76a3-4390-93c8-428635879826" providerId="ADAL" clId="{888F7783-4083-44DC-8A02-E4F62F4C3ED0}" dt="2022-10-05T14:13:14.299" v="15" actId="27636"/>
      <pc:docMkLst>
        <pc:docMk/>
      </pc:docMkLst>
      <pc:sldChg chg="modSp mod">
        <pc:chgData name="Shanahan, Jon" userId="2ec754d5-76a3-4390-93c8-428635879826" providerId="ADAL" clId="{888F7783-4083-44DC-8A02-E4F62F4C3ED0}" dt="2022-10-05T14:13:14.299" v="15" actId="27636"/>
        <pc:sldMkLst>
          <pc:docMk/>
          <pc:sldMk cId="3325777614" sldId="268"/>
        </pc:sldMkLst>
        <pc:spChg chg="mod">
          <ac:chgData name="Shanahan, Jon" userId="2ec754d5-76a3-4390-93c8-428635879826" providerId="ADAL" clId="{888F7783-4083-44DC-8A02-E4F62F4C3ED0}" dt="2022-10-05T14:13:14.299" v="15" actId="27636"/>
          <ac:spMkLst>
            <pc:docMk/>
            <pc:sldMk cId="3325777614" sldId="268"/>
            <ac:spMk id="61" creationId="{00000000-0000-0000-0000-000000000000}"/>
          </ac:spMkLst>
        </pc:spChg>
      </pc:sldChg>
    </pc:docChg>
  </pc:docChgLst>
  <pc:docChgLst>
    <pc:chgData name="Shanahan, Jon" userId="2ec754d5-76a3-4390-93c8-428635879826" providerId="ADAL" clId="{3F238C4E-E59B-4379-B68A-9CE8E865C00D}"/>
    <pc:docChg chg="undo custSel modSld modMainMaster">
      <pc:chgData name="Shanahan, Jon" userId="2ec754d5-76a3-4390-93c8-428635879826" providerId="ADAL" clId="{3F238C4E-E59B-4379-B68A-9CE8E865C00D}" dt="2022-09-08T20:00:33.575" v="178" actId="20577"/>
      <pc:docMkLst>
        <pc:docMk/>
      </pc:docMkLst>
      <pc:sldChg chg="modSp mod">
        <pc:chgData name="Shanahan, Jon" userId="2ec754d5-76a3-4390-93c8-428635879826" providerId="ADAL" clId="{3F238C4E-E59B-4379-B68A-9CE8E865C00D}" dt="2022-09-08T20:00:33.575" v="178" actId="20577"/>
        <pc:sldMkLst>
          <pc:docMk/>
          <pc:sldMk cId="0" sldId="256"/>
        </pc:sldMkLst>
        <pc:spChg chg="mod">
          <ac:chgData name="Shanahan, Jon" userId="2ec754d5-76a3-4390-93c8-428635879826" providerId="ADAL" clId="{3F238C4E-E59B-4379-B68A-9CE8E865C00D}" dt="2022-09-08T20:00:33.575" v="178" actId="20577"/>
          <ac:spMkLst>
            <pc:docMk/>
            <pc:sldMk cId="0" sldId="256"/>
            <ac:spMk id="3" creationId="{00000000-0000-0000-0000-000000000000}"/>
          </ac:spMkLst>
        </pc:spChg>
      </pc:sldChg>
      <pc:sldChg chg="modSp mod">
        <pc:chgData name="Shanahan, Jon" userId="2ec754d5-76a3-4390-93c8-428635879826" providerId="ADAL" clId="{3F238C4E-E59B-4379-B68A-9CE8E865C00D}" dt="2022-08-18T18:49:23.858" v="30" actId="20577"/>
        <pc:sldMkLst>
          <pc:docMk/>
          <pc:sldMk cId="3325777614" sldId="268"/>
        </pc:sldMkLst>
        <pc:spChg chg="mod">
          <ac:chgData name="Shanahan, Jon" userId="2ec754d5-76a3-4390-93c8-428635879826" providerId="ADAL" clId="{3F238C4E-E59B-4379-B68A-9CE8E865C00D}" dt="2022-08-18T18:49:23.858" v="30" actId="20577"/>
          <ac:spMkLst>
            <pc:docMk/>
            <pc:sldMk cId="3325777614" sldId="268"/>
            <ac:spMk id="61" creationId="{00000000-0000-0000-0000-000000000000}"/>
          </ac:spMkLst>
        </pc:spChg>
      </pc:sldChg>
      <pc:sldMasterChg chg="modSldLayout">
        <pc:chgData name="Shanahan, Jon" userId="2ec754d5-76a3-4390-93c8-428635879826" providerId="ADAL" clId="{3F238C4E-E59B-4379-B68A-9CE8E865C00D}" dt="2022-08-19T12:06:35.875" v="43" actId="14100"/>
        <pc:sldMasterMkLst>
          <pc:docMk/>
          <pc:sldMasterMk cId="0" sldId="2147483648"/>
        </pc:sldMasterMkLst>
        <pc:sldLayoutChg chg="modSp mod">
          <pc:chgData name="Shanahan, Jon" userId="2ec754d5-76a3-4390-93c8-428635879826" providerId="ADAL" clId="{3F238C4E-E59B-4379-B68A-9CE8E865C00D}" dt="2022-08-19T12:03:21.639" v="32" actId="14100"/>
          <pc:sldLayoutMkLst>
            <pc:docMk/>
            <pc:sldMasterMk cId="0" sldId="2147483648"/>
            <pc:sldLayoutMk cId="0" sldId="2147483649"/>
          </pc:sldLayoutMkLst>
          <pc:spChg chg="mod">
            <ac:chgData name="Shanahan, Jon" userId="2ec754d5-76a3-4390-93c8-428635879826" providerId="ADAL" clId="{3F238C4E-E59B-4379-B68A-9CE8E865C00D}" dt="2022-08-19T12:02:51.260" v="31" actId="14100"/>
            <ac:spMkLst>
              <pc:docMk/>
              <pc:sldMasterMk cId="0" sldId="2147483648"/>
              <pc:sldLayoutMk cId="0" sldId="2147483649"/>
              <ac:spMk id="14" creationId="{00000000-0000-0000-0000-000000000000}"/>
            </ac:spMkLst>
          </pc:spChg>
          <pc:spChg chg="mod">
            <ac:chgData name="Shanahan, Jon" userId="2ec754d5-76a3-4390-93c8-428635879826" providerId="ADAL" clId="{3F238C4E-E59B-4379-B68A-9CE8E865C00D}" dt="2022-08-19T12:03:21.639" v="32" actId="14100"/>
            <ac:spMkLst>
              <pc:docMk/>
              <pc:sldMasterMk cId="0" sldId="2147483648"/>
              <pc:sldLayoutMk cId="0" sldId="2147483649"/>
              <ac:spMk id="15" creationId="{00000000-0000-0000-0000-000000000000}"/>
            </ac:spMkLst>
          </pc:spChg>
        </pc:sldLayoutChg>
        <pc:sldLayoutChg chg="modSp mod">
          <pc:chgData name="Shanahan, Jon" userId="2ec754d5-76a3-4390-93c8-428635879826" providerId="ADAL" clId="{3F238C4E-E59B-4379-B68A-9CE8E865C00D}" dt="2022-08-19T12:05:20.739" v="37" actId="14100"/>
          <pc:sldLayoutMkLst>
            <pc:docMk/>
            <pc:sldMasterMk cId="0" sldId="2147483648"/>
            <pc:sldLayoutMk cId="0" sldId="2147483650"/>
          </pc:sldLayoutMkLst>
          <pc:spChg chg="mod">
            <ac:chgData name="Shanahan, Jon" userId="2ec754d5-76a3-4390-93c8-428635879826" providerId="ADAL" clId="{3F238C4E-E59B-4379-B68A-9CE8E865C00D}" dt="2022-08-19T12:05:20.739" v="37" actId="14100"/>
            <ac:spMkLst>
              <pc:docMk/>
              <pc:sldMasterMk cId="0" sldId="2147483648"/>
              <pc:sldLayoutMk cId="0" sldId="2147483650"/>
              <ac:spMk id="17" creationId="{00000000-0000-0000-0000-000000000000}"/>
            </ac:spMkLst>
          </pc:spChg>
        </pc:sldLayoutChg>
        <pc:sldLayoutChg chg="modSp mod">
          <pc:chgData name="Shanahan, Jon" userId="2ec754d5-76a3-4390-93c8-428635879826" providerId="ADAL" clId="{3F238C4E-E59B-4379-B68A-9CE8E865C00D}" dt="2022-08-19T12:05:27.787" v="38" actId="14100"/>
          <pc:sldLayoutMkLst>
            <pc:docMk/>
            <pc:sldMasterMk cId="0" sldId="2147483648"/>
            <pc:sldLayoutMk cId="0" sldId="2147483652"/>
          </pc:sldLayoutMkLst>
          <pc:spChg chg="mod">
            <ac:chgData name="Shanahan, Jon" userId="2ec754d5-76a3-4390-93c8-428635879826" providerId="ADAL" clId="{3F238C4E-E59B-4379-B68A-9CE8E865C00D}" dt="2022-08-19T12:05:27.787" v="38" actId="14100"/>
            <ac:spMkLst>
              <pc:docMk/>
              <pc:sldMasterMk cId="0" sldId="2147483648"/>
              <pc:sldLayoutMk cId="0" sldId="2147483652"/>
              <ac:spMk id="23" creationId="{00000000-0000-0000-0000-000000000000}"/>
            </ac:spMkLst>
          </pc:spChg>
        </pc:sldLayoutChg>
        <pc:sldLayoutChg chg="modSp mod">
          <pc:chgData name="Shanahan, Jon" userId="2ec754d5-76a3-4390-93c8-428635879826" providerId="ADAL" clId="{3F238C4E-E59B-4379-B68A-9CE8E865C00D}" dt="2022-08-19T12:05:15.082" v="36" actId="14100"/>
          <pc:sldLayoutMkLst>
            <pc:docMk/>
            <pc:sldMasterMk cId="0" sldId="2147483648"/>
            <pc:sldLayoutMk cId="0" sldId="2147483653"/>
          </pc:sldLayoutMkLst>
          <pc:spChg chg="mod">
            <ac:chgData name="Shanahan, Jon" userId="2ec754d5-76a3-4390-93c8-428635879826" providerId="ADAL" clId="{3F238C4E-E59B-4379-B68A-9CE8E865C00D}" dt="2022-08-19T12:05:11.743" v="35" actId="14100"/>
            <ac:spMkLst>
              <pc:docMk/>
              <pc:sldMasterMk cId="0" sldId="2147483648"/>
              <pc:sldLayoutMk cId="0" sldId="2147483653"/>
              <ac:spMk id="26" creationId="{00000000-0000-0000-0000-000000000000}"/>
            </ac:spMkLst>
          </pc:spChg>
          <pc:spChg chg="mod">
            <ac:chgData name="Shanahan, Jon" userId="2ec754d5-76a3-4390-93c8-428635879826" providerId="ADAL" clId="{3F238C4E-E59B-4379-B68A-9CE8E865C00D}" dt="2022-08-19T12:05:15.082" v="36" actId="14100"/>
            <ac:spMkLst>
              <pc:docMk/>
              <pc:sldMasterMk cId="0" sldId="2147483648"/>
              <pc:sldLayoutMk cId="0" sldId="2147483653"/>
              <ac:spMk id="27" creationId="{00000000-0000-0000-0000-000000000000}"/>
            </ac:spMkLst>
          </pc:spChg>
        </pc:sldLayoutChg>
        <pc:sldLayoutChg chg="modSp mod">
          <pc:chgData name="Shanahan, Jon" userId="2ec754d5-76a3-4390-93c8-428635879826" providerId="ADAL" clId="{3F238C4E-E59B-4379-B68A-9CE8E865C00D}" dt="2022-08-19T12:05:54.763" v="40" actId="14100"/>
          <pc:sldLayoutMkLst>
            <pc:docMk/>
            <pc:sldMasterMk cId="0" sldId="2147483648"/>
            <pc:sldLayoutMk cId="0" sldId="2147483654"/>
          </pc:sldLayoutMkLst>
          <pc:spChg chg="mod">
            <ac:chgData name="Shanahan, Jon" userId="2ec754d5-76a3-4390-93c8-428635879826" providerId="ADAL" clId="{3F238C4E-E59B-4379-B68A-9CE8E865C00D}" dt="2022-08-19T12:05:51.891" v="39" actId="14100"/>
            <ac:spMkLst>
              <pc:docMk/>
              <pc:sldMasterMk cId="0" sldId="2147483648"/>
              <pc:sldLayoutMk cId="0" sldId="2147483654"/>
              <ac:spMk id="30" creationId="{00000000-0000-0000-0000-000000000000}"/>
            </ac:spMkLst>
          </pc:spChg>
          <pc:spChg chg="mod">
            <ac:chgData name="Shanahan, Jon" userId="2ec754d5-76a3-4390-93c8-428635879826" providerId="ADAL" clId="{3F238C4E-E59B-4379-B68A-9CE8E865C00D}" dt="2022-08-19T12:05:54.763" v="40" actId="14100"/>
            <ac:spMkLst>
              <pc:docMk/>
              <pc:sldMasterMk cId="0" sldId="2147483648"/>
              <pc:sldLayoutMk cId="0" sldId="2147483654"/>
              <ac:spMk id="32" creationId="{00000000-0000-0000-0000-000000000000}"/>
            </ac:spMkLst>
          </pc:spChg>
        </pc:sldLayoutChg>
        <pc:sldLayoutChg chg="modSp mod">
          <pc:chgData name="Shanahan, Jon" userId="2ec754d5-76a3-4390-93c8-428635879826" providerId="ADAL" clId="{3F238C4E-E59B-4379-B68A-9CE8E865C00D}" dt="2022-08-19T12:06:01.417" v="42" actId="14100"/>
          <pc:sldLayoutMkLst>
            <pc:docMk/>
            <pc:sldMasterMk cId="0" sldId="2147483648"/>
            <pc:sldLayoutMk cId="0" sldId="2147483656"/>
          </pc:sldLayoutMkLst>
          <pc:spChg chg="mod">
            <ac:chgData name="Shanahan, Jon" userId="2ec754d5-76a3-4390-93c8-428635879826" providerId="ADAL" clId="{3F238C4E-E59B-4379-B68A-9CE8E865C00D}" dt="2022-08-19T12:06:01.417" v="42" actId="14100"/>
            <ac:spMkLst>
              <pc:docMk/>
              <pc:sldMasterMk cId="0" sldId="2147483648"/>
              <pc:sldLayoutMk cId="0" sldId="2147483656"/>
              <ac:spMk id="38" creationId="{00000000-0000-0000-0000-000000000000}"/>
            </ac:spMkLst>
          </pc:spChg>
          <pc:spChg chg="mod">
            <ac:chgData name="Shanahan, Jon" userId="2ec754d5-76a3-4390-93c8-428635879826" providerId="ADAL" clId="{3F238C4E-E59B-4379-B68A-9CE8E865C00D}" dt="2022-08-19T12:05:58.716" v="41" actId="14100"/>
            <ac:spMkLst>
              <pc:docMk/>
              <pc:sldMasterMk cId="0" sldId="2147483648"/>
              <pc:sldLayoutMk cId="0" sldId="2147483656"/>
              <ac:spMk id="39" creationId="{00000000-0000-0000-0000-000000000000}"/>
            </ac:spMkLst>
          </pc:spChg>
        </pc:sldLayoutChg>
        <pc:sldLayoutChg chg="modSp mod">
          <pc:chgData name="Shanahan, Jon" userId="2ec754d5-76a3-4390-93c8-428635879826" providerId="ADAL" clId="{3F238C4E-E59B-4379-B68A-9CE8E865C00D}" dt="2022-08-19T12:06:35.875" v="43" actId="14100"/>
          <pc:sldLayoutMkLst>
            <pc:docMk/>
            <pc:sldMasterMk cId="0" sldId="2147483648"/>
            <pc:sldLayoutMk cId="0" sldId="2147483657"/>
          </pc:sldLayoutMkLst>
          <pc:spChg chg="mod">
            <ac:chgData name="Shanahan, Jon" userId="2ec754d5-76a3-4390-93c8-428635879826" providerId="ADAL" clId="{3F238C4E-E59B-4379-B68A-9CE8E865C00D}" dt="2022-08-19T12:06:35.875" v="43" actId="14100"/>
            <ac:spMkLst>
              <pc:docMk/>
              <pc:sldMasterMk cId="0" sldId="2147483648"/>
              <pc:sldLayoutMk cId="0" sldId="2147483657"/>
              <ac:spMk id="43" creationId="{00000000-0000-0000-0000-000000000000}"/>
            </ac:spMkLst>
          </pc:spChg>
        </pc:sldLayoutChg>
      </pc:sldMasterChg>
    </pc:docChg>
  </pc:docChgLst>
  <pc:docChgLst>
    <pc:chgData name="Shanahan, Jon" userId="2ec754d5-76a3-4390-93c8-428635879826" providerId="ADAL" clId="{27547176-8271-4207-8A47-69F079D4FB75}"/>
    <pc:docChg chg="custSel modSld">
      <pc:chgData name="Shanahan, Jon" userId="2ec754d5-76a3-4390-93c8-428635879826" providerId="ADAL" clId="{27547176-8271-4207-8A47-69F079D4FB75}" dt="2022-04-27T19:49:41.453" v="92" actId="6549"/>
      <pc:docMkLst>
        <pc:docMk/>
      </pc:docMkLst>
      <pc:sldChg chg="modSp mod">
        <pc:chgData name="Shanahan, Jon" userId="2ec754d5-76a3-4390-93c8-428635879826" providerId="ADAL" clId="{27547176-8271-4207-8A47-69F079D4FB75}" dt="2022-04-27T19:49:41.453" v="92" actId="6549"/>
        <pc:sldMkLst>
          <pc:docMk/>
          <pc:sldMk cId="3325777614" sldId="268"/>
        </pc:sldMkLst>
        <pc:spChg chg="mod">
          <ac:chgData name="Shanahan, Jon" userId="2ec754d5-76a3-4390-93c8-428635879826" providerId="ADAL" clId="{27547176-8271-4207-8A47-69F079D4FB75}" dt="2022-04-27T19:49:28.291" v="76" actId="20577"/>
          <ac:spMkLst>
            <pc:docMk/>
            <pc:sldMk cId="3325777614" sldId="268"/>
            <ac:spMk id="60" creationId="{00000000-0000-0000-0000-000000000000}"/>
          </ac:spMkLst>
        </pc:spChg>
        <pc:spChg chg="mod">
          <ac:chgData name="Shanahan, Jon" userId="2ec754d5-76a3-4390-93c8-428635879826" providerId="ADAL" clId="{27547176-8271-4207-8A47-69F079D4FB75}" dt="2022-04-27T19:49:41.453" v="92" actId="6549"/>
          <ac:spMkLst>
            <pc:docMk/>
            <pc:sldMk cId="3325777614" sldId="268"/>
            <ac:spMk id="61" creationId="{00000000-0000-0000-0000-000000000000}"/>
          </ac:spMkLst>
        </pc:spChg>
      </pc:sldChg>
    </pc:docChg>
  </pc:docChgLst>
  <pc:docChgLst>
    <pc:chgData name="Shanahan, Jon" userId="2ec754d5-76a3-4390-93c8-428635879826" providerId="ADAL" clId="{9CCA1F82-7223-4FEE-A4C8-3D9DD14BA371}"/>
    <pc:docChg chg="undo custSel modSld">
      <pc:chgData name="Shanahan, Jon" userId="2ec754d5-76a3-4390-93c8-428635879826" providerId="ADAL" clId="{9CCA1F82-7223-4FEE-A4C8-3D9DD14BA371}" dt="2022-05-20T13:22:20.727" v="88" actId="14100"/>
      <pc:docMkLst>
        <pc:docMk/>
      </pc:docMkLst>
      <pc:sldChg chg="modSp mod">
        <pc:chgData name="Shanahan, Jon" userId="2ec754d5-76a3-4390-93c8-428635879826" providerId="ADAL" clId="{9CCA1F82-7223-4FEE-A4C8-3D9DD14BA371}" dt="2022-05-20T13:22:20.727" v="88" actId="14100"/>
        <pc:sldMkLst>
          <pc:docMk/>
          <pc:sldMk cId="3325777614" sldId="268"/>
        </pc:sldMkLst>
        <pc:spChg chg="mod">
          <ac:chgData name="Shanahan, Jon" userId="2ec754d5-76a3-4390-93c8-428635879826" providerId="ADAL" clId="{9CCA1F82-7223-4FEE-A4C8-3D9DD14BA371}" dt="2022-05-20T13:22:20.727" v="88" actId="14100"/>
          <ac:spMkLst>
            <pc:docMk/>
            <pc:sldMk cId="3325777614" sldId="268"/>
            <ac:spMk id="61" creationId="{00000000-0000-0000-0000-000000000000}"/>
          </ac:spMkLst>
        </pc:spChg>
      </pc:sldChg>
    </pc:docChg>
  </pc:docChgLst>
  <pc:docChgLst>
    <pc:chgData name="Shanahan, Jon" userId="2ec754d5-76a3-4390-93c8-428635879826" providerId="ADAL" clId="{326CCB7F-4684-4FCC-9D44-4E04CBA3B522}"/>
    <pc:docChg chg="undo redo custSel modSld sldOrd">
      <pc:chgData name="Shanahan, Jon" userId="2ec754d5-76a3-4390-93c8-428635879826" providerId="ADAL" clId="{326CCB7F-4684-4FCC-9D44-4E04CBA3B522}" dt="2023-01-04T18:36:53.197" v="1565"/>
      <pc:docMkLst>
        <pc:docMk/>
      </pc:docMkLst>
      <pc:sldChg chg="modSp mod">
        <pc:chgData name="Shanahan, Jon" userId="2ec754d5-76a3-4390-93c8-428635879826" providerId="ADAL" clId="{326CCB7F-4684-4FCC-9D44-4E04CBA3B522}" dt="2023-01-04T18:27:02.736" v="1151" actId="962"/>
        <pc:sldMkLst>
          <pc:docMk/>
          <pc:sldMk cId="0" sldId="256"/>
        </pc:sldMkLst>
        <pc:spChg chg="mod">
          <ac:chgData name="Shanahan, Jon" userId="2ec754d5-76a3-4390-93c8-428635879826" providerId="ADAL" clId="{326CCB7F-4684-4FCC-9D44-4E04CBA3B522}" dt="2023-01-04T17:48:45.493" v="634" actId="20577"/>
          <ac:spMkLst>
            <pc:docMk/>
            <pc:sldMk cId="0" sldId="256"/>
            <ac:spMk id="3" creationId="{00000000-0000-0000-0000-000000000000}"/>
          </ac:spMkLst>
        </pc:spChg>
        <pc:picChg chg="mod">
          <ac:chgData name="Shanahan, Jon" userId="2ec754d5-76a3-4390-93c8-428635879826" providerId="ADAL" clId="{326CCB7F-4684-4FCC-9D44-4E04CBA3B522}" dt="2023-01-04T18:27:02.736" v="1151" actId="962"/>
          <ac:picMkLst>
            <pc:docMk/>
            <pc:sldMk cId="0" sldId="256"/>
            <ac:picMk id="4" creationId="{00000000-0000-0000-0000-000000000000}"/>
          </ac:picMkLst>
        </pc:picChg>
      </pc:sldChg>
      <pc:sldChg chg="modSp mod ord modNotesTx">
        <pc:chgData name="Shanahan, Jon" userId="2ec754d5-76a3-4390-93c8-428635879826" providerId="ADAL" clId="{326CCB7F-4684-4FCC-9D44-4E04CBA3B522}" dt="2023-01-04T18:36:53.197" v="1565"/>
        <pc:sldMkLst>
          <pc:docMk/>
          <pc:sldMk cId="0" sldId="257"/>
        </pc:sldMkLst>
        <pc:spChg chg="mod">
          <ac:chgData name="Shanahan, Jon" userId="2ec754d5-76a3-4390-93c8-428635879826" providerId="ADAL" clId="{326CCB7F-4684-4FCC-9D44-4E04CBA3B522}" dt="2023-01-04T18:36:53.197" v="1565"/>
          <ac:spMkLst>
            <pc:docMk/>
            <pc:sldMk cId="0" sldId="257"/>
            <ac:spMk id="68" creationId="{00000000-0000-0000-0000-000000000000}"/>
          </ac:spMkLst>
        </pc:spChg>
      </pc:sldChg>
      <pc:sldChg chg="modSp mod">
        <pc:chgData name="Shanahan, Jon" userId="2ec754d5-76a3-4390-93c8-428635879826" providerId="ADAL" clId="{326CCB7F-4684-4FCC-9D44-4E04CBA3B522}" dt="2023-01-04T18:36:53.197" v="1565"/>
        <pc:sldMkLst>
          <pc:docMk/>
          <pc:sldMk cId="0" sldId="258"/>
        </pc:sldMkLst>
        <pc:spChg chg="mod">
          <ac:chgData name="Shanahan, Jon" userId="2ec754d5-76a3-4390-93c8-428635879826" providerId="ADAL" clId="{326CCB7F-4684-4FCC-9D44-4E04CBA3B522}" dt="2023-01-04T18:36:53.197" v="1565"/>
          <ac:spMkLst>
            <pc:docMk/>
            <pc:sldMk cId="0" sldId="258"/>
            <ac:spMk id="73" creationId="{00000000-0000-0000-0000-000000000000}"/>
          </ac:spMkLst>
        </pc:spChg>
        <pc:graphicFrameChg chg="mod modGraphic">
          <ac:chgData name="Shanahan, Jon" userId="2ec754d5-76a3-4390-93c8-428635879826" providerId="ADAL" clId="{326CCB7F-4684-4FCC-9D44-4E04CBA3B522}" dt="2023-01-04T17:50:08.812" v="658" actId="404"/>
          <ac:graphicFrameMkLst>
            <pc:docMk/>
            <pc:sldMk cId="0" sldId="258"/>
            <ac:graphicFrameMk id="74" creationId="{00000000-0000-0000-0000-000000000000}"/>
          </ac:graphicFrameMkLst>
        </pc:graphicFrameChg>
      </pc:sldChg>
      <pc:sldChg chg="modSp mod">
        <pc:chgData name="Shanahan, Jon" userId="2ec754d5-76a3-4390-93c8-428635879826" providerId="ADAL" clId="{326CCB7F-4684-4FCC-9D44-4E04CBA3B522}" dt="2023-01-04T18:36:53.197" v="1565"/>
        <pc:sldMkLst>
          <pc:docMk/>
          <pc:sldMk cId="0" sldId="259"/>
        </pc:sldMkLst>
        <pc:spChg chg="mod">
          <ac:chgData name="Shanahan, Jon" userId="2ec754d5-76a3-4390-93c8-428635879826" providerId="ADAL" clId="{326CCB7F-4684-4FCC-9D44-4E04CBA3B522}" dt="2023-01-04T18:36:53.197" v="1565"/>
          <ac:spMkLst>
            <pc:docMk/>
            <pc:sldMk cId="0" sldId="259"/>
            <ac:spMk id="79" creationId="{00000000-0000-0000-0000-000000000000}"/>
          </ac:spMkLst>
        </pc:spChg>
      </pc:sldChg>
      <pc:sldChg chg="modSp mod">
        <pc:chgData name="Shanahan, Jon" userId="2ec754d5-76a3-4390-93c8-428635879826" providerId="ADAL" clId="{326CCB7F-4684-4FCC-9D44-4E04CBA3B522}" dt="2023-01-04T18:36:53.197" v="1565"/>
        <pc:sldMkLst>
          <pc:docMk/>
          <pc:sldMk cId="0" sldId="260"/>
        </pc:sldMkLst>
        <pc:spChg chg="mod">
          <ac:chgData name="Shanahan, Jon" userId="2ec754d5-76a3-4390-93c8-428635879826" providerId="ADAL" clId="{326CCB7F-4684-4FCC-9D44-4E04CBA3B522}" dt="2023-01-04T18:36:53.197" v="1565"/>
          <ac:spMkLst>
            <pc:docMk/>
            <pc:sldMk cId="0" sldId="260"/>
            <ac:spMk id="85" creationId="{00000000-0000-0000-0000-000000000000}"/>
          </ac:spMkLst>
        </pc:spChg>
      </pc:sldChg>
      <pc:sldChg chg="modSp mod ord modNotesTx">
        <pc:chgData name="Shanahan, Jon" userId="2ec754d5-76a3-4390-93c8-428635879826" providerId="ADAL" clId="{326CCB7F-4684-4FCC-9D44-4E04CBA3B522}" dt="2023-01-04T18:30:58.665" v="1295" actId="6549"/>
        <pc:sldMkLst>
          <pc:docMk/>
          <pc:sldMk cId="0" sldId="261"/>
        </pc:sldMkLst>
        <pc:spChg chg="mod">
          <ac:chgData name="Shanahan, Jon" userId="2ec754d5-76a3-4390-93c8-428635879826" providerId="ADAL" clId="{326CCB7F-4684-4FCC-9D44-4E04CBA3B522}" dt="2023-01-04T18:30:58.665" v="1295" actId="6549"/>
          <ac:spMkLst>
            <pc:docMk/>
            <pc:sldMk cId="0" sldId="261"/>
            <ac:spMk id="91" creationId="{00000000-0000-0000-0000-000000000000}"/>
          </ac:spMkLst>
        </pc:spChg>
      </pc:sldChg>
      <pc:sldChg chg="modSp mod modNotesTx">
        <pc:chgData name="Shanahan, Jon" userId="2ec754d5-76a3-4390-93c8-428635879826" providerId="ADAL" clId="{326CCB7F-4684-4FCC-9D44-4E04CBA3B522}" dt="2023-01-04T18:36:53.197" v="1565"/>
        <pc:sldMkLst>
          <pc:docMk/>
          <pc:sldMk cId="0" sldId="262"/>
        </pc:sldMkLst>
        <pc:spChg chg="mod">
          <ac:chgData name="Shanahan, Jon" userId="2ec754d5-76a3-4390-93c8-428635879826" providerId="ADAL" clId="{326CCB7F-4684-4FCC-9D44-4E04CBA3B522}" dt="2023-01-04T18:36:53.197" v="1565"/>
          <ac:spMkLst>
            <pc:docMk/>
            <pc:sldMk cId="0" sldId="262"/>
            <ac:spMk id="97" creationId="{00000000-0000-0000-0000-000000000000}"/>
          </ac:spMkLst>
        </pc:spChg>
      </pc:sldChg>
      <pc:sldChg chg="addSp modSp mod">
        <pc:chgData name="Shanahan, Jon" userId="2ec754d5-76a3-4390-93c8-428635879826" providerId="ADAL" clId="{326CCB7F-4684-4FCC-9D44-4E04CBA3B522}" dt="2023-01-04T18:36:53.197" v="1565"/>
        <pc:sldMkLst>
          <pc:docMk/>
          <pc:sldMk cId="0" sldId="263"/>
        </pc:sldMkLst>
        <pc:spChg chg="add mod">
          <ac:chgData name="Shanahan, Jon" userId="2ec754d5-76a3-4390-93c8-428635879826" providerId="ADAL" clId="{326CCB7F-4684-4FCC-9D44-4E04CBA3B522}" dt="2023-01-04T18:29:06.158" v="1237" actId="571"/>
          <ac:spMkLst>
            <pc:docMk/>
            <pc:sldMk cId="0" sldId="263"/>
            <ac:spMk id="5" creationId="{FF780C67-B3BA-49B3-94F3-E7E3423296EE}"/>
          </ac:spMkLst>
        </pc:spChg>
        <pc:spChg chg="mod">
          <ac:chgData name="Shanahan, Jon" userId="2ec754d5-76a3-4390-93c8-428635879826" providerId="ADAL" clId="{326CCB7F-4684-4FCC-9D44-4E04CBA3B522}" dt="2023-01-04T18:36:53.197" v="1565"/>
          <ac:spMkLst>
            <pc:docMk/>
            <pc:sldMk cId="0" sldId="263"/>
            <ac:spMk id="104" creationId="{00000000-0000-0000-0000-000000000000}"/>
          </ac:spMkLst>
        </pc:spChg>
      </pc:sldChg>
      <pc:sldChg chg="modSp mod">
        <pc:chgData name="Shanahan, Jon" userId="2ec754d5-76a3-4390-93c8-428635879826" providerId="ADAL" clId="{326CCB7F-4684-4FCC-9D44-4E04CBA3B522}" dt="2023-01-04T18:36:53.197" v="1565"/>
        <pc:sldMkLst>
          <pc:docMk/>
          <pc:sldMk cId="0" sldId="264"/>
        </pc:sldMkLst>
        <pc:spChg chg="mod">
          <ac:chgData name="Shanahan, Jon" userId="2ec754d5-76a3-4390-93c8-428635879826" providerId="ADAL" clId="{326CCB7F-4684-4FCC-9D44-4E04CBA3B522}" dt="2023-01-04T18:36:53.197" v="1565"/>
          <ac:spMkLst>
            <pc:docMk/>
            <pc:sldMk cId="0" sldId="264"/>
            <ac:spMk id="113" creationId="{00000000-0000-0000-0000-000000000000}"/>
          </ac:spMkLst>
        </pc:spChg>
      </pc:sldChg>
      <pc:sldChg chg="modSp mod">
        <pc:chgData name="Shanahan, Jon" userId="2ec754d5-76a3-4390-93c8-428635879826" providerId="ADAL" clId="{326CCB7F-4684-4FCC-9D44-4E04CBA3B522}" dt="2023-01-04T18:36:53.197" v="1565"/>
        <pc:sldMkLst>
          <pc:docMk/>
          <pc:sldMk cId="0" sldId="266"/>
        </pc:sldMkLst>
        <pc:spChg chg="mod">
          <ac:chgData name="Shanahan, Jon" userId="2ec754d5-76a3-4390-93c8-428635879826" providerId="ADAL" clId="{326CCB7F-4684-4FCC-9D44-4E04CBA3B522}" dt="2023-01-04T18:36:53.197" v="1565"/>
          <ac:spMkLst>
            <pc:docMk/>
            <pc:sldMk cId="0" sldId="266"/>
            <ac:spMk id="125" creationId="{00000000-0000-0000-0000-000000000000}"/>
          </ac:spMkLst>
        </pc:spChg>
      </pc:sldChg>
      <pc:sldChg chg="modSp mod modNotesTx">
        <pc:chgData name="Shanahan, Jon" userId="2ec754d5-76a3-4390-93c8-428635879826" providerId="ADAL" clId="{326CCB7F-4684-4FCC-9D44-4E04CBA3B522}" dt="2023-01-04T18:36:53.197" v="1565"/>
        <pc:sldMkLst>
          <pc:docMk/>
          <pc:sldMk cId="0" sldId="267"/>
        </pc:sldMkLst>
        <pc:spChg chg="mod">
          <ac:chgData name="Shanahan, Jon" userId="2ec754d5-76a3-4390-93c8-428635879826" providerId="ADAL" clId="{326CCB7F-4684-4FCC-9D44-4E04CBA3B522}" dt="2023-01-04T18:27:44.151" v="1193" actId="962"/>
          <ac:spMkLst>
            <pc:docMk/>
            <pc:sldMk cId="0" sldId="267"/>
            <ac:spMk id="130" creationId="{00000000-0000-0000-0000-000000000000}"/>
          </ac:spMkLst>
        </pc:spChg>
        <pc:spChg chg="mod">
          <ac:chgData name="Shanahan, Jon" userId="2ec754d5-76a3-4390-93c8-428635879826" providerId="ADAL" clId="{326CCB7F-4684-4FCC-9D44-4E04CBA3B522}" dt="2023-01-04T18:36:53.197" v="1565"/>
          <ac:spMkLst>
            <pc:docMk/>
            <pc:sldMk cId="0" sldId="267"/>
            <ac:spMk id="132" creationId="{00000000-0000-0000-0000-000000000000}"/>
          </ac:spMkLst>
        </pc:spChg>
      </pc:sldChg>
      <pc:sldChg chg="modSp mod">
        <pc:chgData name="Shanahan, Jon" userId="2ec754d5-76a3-4390-93c8-428635879826" providerId="ADAL" clId="{326CCB7F-4684-4FCC-9D44-4E04CBA3B522}" dt="2023-01-04T17:39:18.059" v="113" actId="20577"/>
        <pc:sldMkLst>
          <pc:docMk/>
          <pc:sldMk cId="3325777614" sldId="268"/>
        </pc:sldMkLst>
        <pc:spChg chg="mod">
          <ac:chgData name="Shanahan, Jon" userId="2ec754d5-76a3-4390-93c8-428635879826" providerId="ADAL" clId="{326CCB7F-4684-4FCC-9D44-4E04CBA3B522}" dt="2023-01-04T17:39:18.059" v="113" actId="20577"/>
          <ac:spMkLst>
            <pc:docMk/>
            <pc:sldMk cId="3325777614" sldId="268"/>
            <ac:spMk id="61" creationId="{00000000-0000-0000-0000-000000000000}"/>
          </ac:spMkLst>
        </pc:spChg>
      </pc:sldChg>
    </pc:docChg>
  </pc:docChgLst>
  <pc:docChgLst>
    <pc:chgData name="Shanahan, Jon" userId="2ec754d5-76a3-4390-93c8-428635879826" providerId="ADAL" clId="{B4E340EA-5D4B-4F80-9708-59D95FB0CC86}"/>
    <pc:docChg chg="custSel modSld">
      <pc:chgData name="Shanahan, Jon" userId="2ec754d5-76a3-4390-93c8-428635879826" providerId="ADAL" clId="{B4E340EA-5D4B-4F80-9708-59D95FB0CC86}" dt="2022-07-19T19:00:31.635" v="79" actId="20577"/>
      <pc:docMkLst>
        <pc:docMk/>
      </pc:docMkLst>
      <pc:sldChg chg="modSp mod">
        <pc:chgData name="Shanahan, Jon" userId="2ec754d5-76a3-4390-93c8-428635879826" providerId="ADAL" clId="{B4E340EA-5D4B-4F80-9708-59D95FB0CC86}" dt="2022-07-19T19:00:31.635" v="79" actId="20577"/>
        <pc:sldMkLst>
          <pc:docMk/>
          <pc:sldMk cId="3325777614" sldId="268"/>
        </pc:sldMkLst>
        <pc:spChg chg="mod">
          <ac:chgData name="Shanahan, Jon" userId="2ec754d5-76a3-4390-93c8-428635879826" providerId="ADAL" clId="{B4E340EA-5D4B-4F80-9708-59D95FB0CC86}" dt="2022-07-19T19:00:05.477" v="41" actId="20577"/>
          <ac:spMkLst>
            <pc:docMk/>
            <pc:sldMk cId="3325777614" sldId="268"/>
            <ac:spMk id="60" creationId="{00000000-0000-0000-0000-000000000000}"/>
          </ac:spMkLst>
        </pc:spChg>
        <pc:spChg chg="mod">
          <ac:chgData name="Shanahan, Jon" userId="2ec754d5-76a3-4390-93c8-428635879826" providerId="ADAL" clId="{B4E340EA-5D4B-4F80-9708-59D95FB0CC86}" dt="2022-07-19T19:00:31.635" v="79" actId="20577"/>
          <ac:spMkLst>
            <pc:docMk/>
            <pc:sldMk cId="3325777614" sldId="268"/>
            <ac:spMk id="61" creationId="{00000000-0000-0000-0000-000000000000}"/>
          </ac:spMkLst>
        </pc:spChg>
      </pc:sldChg>
    </pc:docChg>
  </pc:docChgLst>
  <pc:docChgLst>
    <pc:chgData name="Shanahan, Jon" userId="2ec754d5-76a3-4390-93c8-428635879826" providerId="ADAL" clId="{6C0DE4B0-26B5-49C3-888B-25713DC6B07F}"/>
    <pc:docChg chg="modSld">
      <pc:chgData name="Shanahan, Jon" userId="2ec754d5-76a3-4390-93c8-428635879826" providerId="ADAL" clId="{6C0DE4B0-26B5-49C3-888B-25713DC6B07F}" dt="2022-07-19T19:38:24.070" v="31" actId="20577"/>
      <pc:docMkLst>
        <pc:docMk/>
      </pc:docMkLst>
      <pc:sldChg chg="modSp mod">
        <pc:chgData name="Shanahan, Jon" userId="2ec754d5-76a3-4390-93c8-428635879826" providerId="ADAL" clId="{6C0DE4B0-26B5-49C3-888B-25713DC6B07F}" dt="2022-07-19T19:38:24.070" v="31" actId="20577"/>
        <pc:sldMkLst>
          <pc:docMk/>
          <pc:sldMk cId="3325777614" sldId="268"/>
        </pc:sldMkLst>
        <pc:spChg chg="mod">
          <ac:chgData name="Shanahan, Jon" userId="2ec754d5-76a3-4390-93c8-428635879826" providerId="ADAL" clId="{6C0DE4B0-26B5-49C3-888B-25713DC6B07F}" dt="2022-07-19T19:38:24.070" v="31" actId="20577"/>
          <ac:spMkLst>
            <pc:docMk/>
            <pc:sldMk cId="3325777614" sldId="268"/>
            <ac:spMk id="6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baseline="0" dirty="0"/>
          </a:p>
          <a:p>
            <a:pPr marL="0" lvl="0" indent="0" algn="l" rtl="0">
              <a:spcBef>
                <a:spcPts val="0"/>
              </a:spcBef>
              <a:spcAft>
                <a:spcPts val="0"/>
              </a:spcAft>
              <a:buNone/>
            </a:pPr>
            <a:endParaRPr dirty="0"/>
          </a:p>
        </p:txBody>
      </p:sp>
      <p:sp>
        <p:nvSpPr>
          <p:cNvPr id="58" name="Google Shape;5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is the title slide</a:t>
            </a:r>
            <a:r>
              <a:rPr lang="en-US" baseline="0" dirty="0"/>
              <a:t> for your presentation. Do not add images to this slide or change the fonts/colors in any way. The only adjustment you should need to make is the size of the text if your presentation has a long title or subtitle. </a:t>
            </a:r>
            <a:endParaRPr lang="en-US" dirty="0"/>
          </a:p>
          <a:p>
            <a:pPr marL="228600" lvl="0" indent="-228600" algn="l" rtl="0">
              <a:spcBef>
                <a:spcPts val="0"/>
              </a:spcBef>
              <a:spcAft>
                <a:spcPts val="0"/>
              </a:spcAft>
              <a:buAutoNum type="arabicPeriod"/>
            </a:pPr>
            <a:r>
              <a:rPr lang="en-US" baseline="0" dirty="0"/>
              <a:t>Add your title in the top text box. </a:t>
            </a:r>
          </a:p>
          <a:p>
            <a:pPr marL="228600" lvl="0" indent="-228600" algn="l" rtl="0">
              <a:spcBef>
                <a:spcPts val="0"/>
              </a:spcBef>
              <a:spcAft>
                <a:spcPts val="0"/>
              </a:spcAft>
              <a:buAutoNum type="arabicPeriod"/>
            </a:pPr>
            <a:r>
              <a:rPr lang="en-US" baseline="0" dirty="0"/>
              <a:t>Add your Subtitle.  You do not need to use the Subtitle box if you don’t want to.  You can either leave it blank or delete it.</a:t>
            </a:r>
          </a:p>
          <a:p>
            <a:pPr marL="228600" lvl="0" indent="-228600" algn="l" rtl="0">
              <a:spcBef>
                <a:spcPts val="0"/>
              </a:spcBef>
              <a:spcAft>
                <a:spcPts val="0"/>
              </a:spcAft>
              <a:buAutoNum type="arabicPeriod"/>
            </a:pPr>
            <a:r>
              <a:rPr lang="en-US" baseline="0" dirty="0"/>
              <a:t>Delete this text in the Notes section when you are finished.</a:t>
            </a:r>
          </a:p>
        </p:txBody>
      </p:sp>
      <p:sp>
        <p:nvSpPr>
          <p:cNvPr id="58" name="Google Shape;5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28445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slide is a Section Header</a:t>
            </a:r>
            <a:r>
              <a:rPr lang="en-US" baseline="0" dirty="0"/>
              <a:t>. </a:t>
            </a:r>
            <a:r>
              <a:rPr lang="en-US" b="1" baseline="0" dirty="0"/>
              <a:t>Repeat this slide for each segment of your presentation. And remember, each group member should present at least one </a:t>
            </a:r>
            <a:r>
              <a:rPr lang="en-US" b="1" baseline="0"/>
              <a:t>segment. </a:t>
            </a:r>
            <a:r>
              <a:rPr lang="en-US" baseline="0"/>
              <a:t>Update </a:t>
            </a:r>
            <a:r>
              <a:rPr lang="en-US" baseline="0" dirty="0"/>
              <a:t>the title; you are not required to do anything else on this slide. Do not change the fonts/colors in any way. The only adjustment you should need to make is the size of the text if your presentation has a long title. </a:t>
            </a:r>
          </a:p>
          <a:p>
            <a:pPr marL="228600" lvl="0" indent="-228600" algn="l" rtl="0">
              <a:spcBef>
                <a:spcPts val="0"/>
              </a:spcBef>
              <a:spcAft>
                <a:spcPts val="0"/>
              </a:spcAft>
              <a:buAutoNum type="arabicPeriod"/>
            </a:pPr>
            <a:r>
              <a:rPr lang="en-US" baseline="0" dirty="0"/>
              <a:t>Add the Title.  If you copy/paste information into this slide, make sure to Clear Formatting to ensure that the formatting for accessibility remains. You can find the Clear Formatting button on the Home Tab, within the Font section.  It looks like a Capital Letter A with an eraser.  The text will increase or decrease as you type to ensure that the proper sizing is used.</a:t>
            </a:r>
          </a:p>
          <a:p>
            <a:pPr marL="228600" marR="0" lvl="0" indent="-2286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baseline="0" dirty="0"/>
              <a:t>Delete this text in the Notes section when you are finished.</a:t>
            </a:r>
          </a:p>
          <a:p>
            <a:pPr marL="0" lvl="0" indent="0" algn="l" rtl="0">
              <a:spcBef>
                <a:spcPts val="0"/>
              </a:spcBef>
              <a:spcAft>
                <a:spcPts val="0"/>
              </a:spcAft>
              <a:buNone/>
            </a:pPr>
            <a:endParaRPr lang="en-US" baseline="0" dirty="0"/>
          </a:p>
          <a:p>
            <a:pPr marL="0" lvl="0" indent="0" algn="l" rtl="0">
              <a:spcBef>
                <a:spcPts val="0"/>
              </a:spcBef>
              <a:spcAft>
                <a:spcPts val="0"/>
              </a:spcAft>
              <a:buNone/>
            </a:pPr>
            <a:endParaRPr dirty="0"/>
          </a:p>
        </p:txBody>
      </p:sp>
      <p:sp>
        <p:nvSpPr>
          <p:cNvPr id="89" name="Google Shape;8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is a slide that will be used </a:t>
            </a:r>
            <a:r>
              <a:rPr lang="en-US" baseline="0" dirty="0"/>
              <a:t>often.  It is set up for a title, subtitle, and text. Do not change the fonts/colors in any way. The only formatting adjustment you should need to make is the size of the text if your presentation has a long title or subtitle. </a:t>
            </a:r>
          </a:p>
          <a:p>
            <a:pPr marL="228600" lvl="0" indent="-228600" algn="l" rtl="0">
              <a:spcBef>
                <a:spcPts val="0"/>
              </a:spcBef>
              <a:spcAft>
                <a:spcPts val="0"/>
              </a:spcAft>
              <a:buAutoNum type="arabicPeriod"/>
            </a:pPr>
            <a:r>
              <a:rPr lang="en-US" baseline="0" dirty="0"/>
              <a:t>Add the Title.  </a:t>
            </a:r>
          </a:p>
          <a:p>
            <a:pPr marL="228600" lvl="0" indent="-228600" algn="l" rtl="0">
              <a:spcBef>
                <a:spcPts val="0"/>
              </a:spcBef>
              <a:spcAft>
                <a:spcPts val="0"/>
              </a:spcAft>
              <a:buAutoNum type="arabicPeriod"/>
            </a:pPr>
            <a:r>
              <a:rPr lang="en-US" baseline="0" dirty="0"/>
              <a:t>Add the Subtitle – If you don’t have one, you can delete that text box or ignore it.</a:t>
            </a:r>
          </a:p>
          <a:p>
            <a:pPr marL="228600" marR="0" lvl="0" indent="-2286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baseline="0" dirty="0"/>
              <a:t>Add your content to the Text box. If you copy/paste information into this slide, make sure to Clear Formatting to ensure that the formatting for accessibility remains. You can find the Clear Formatting button on the Home Tab, within the Font section.  It looks like a Capital Letter A with an eraser.  The text will increase or decrease as you type to ensure that the proper sizing is used.</a:t>
            </a:r>
          </a:p>
          <a:p>
            <a:pPr marL="228600" marR="0" lvl="0" indent="-2286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baseline="0" dirty="0"/>
              <a:t>Delete this text in the Notes section when you are finished.</a:t>
            </a:r>
          </a:p>
          <a:p>
            <a:pPr marL="0" lvl="0" indent="0" algn="l" rtl="0">
              <a:spcBef>
                <a:spcPts val="0"/>
              </a:spcBef>
              <a:spcAft>
                <a:spcPts val="0"/>
              </a:spcAft>
              <a:buNone/>
            </a:pPr>
            <a:endParaRPr lang="en-US" baseline="0" dirty="0"/>
          </a:p>
        </p:txBody>
      </p:sp>
      <p:sp>
        <p:nvSpPr>
          <p:cNvPr id="64" name="Google Shape;6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is another slide that you may want to use frequently. This slide </a:t>
            </a:r>
            <a:r>
              <a:rPr lang="en-US" baseline="0" dirty="0"/>
              <a:t>is set up for a title and text. Do not change the fonts/colors in any way. The only adjustment you should need to make is the size of the text if your presentation has a long title. </a:t>
            </a:r>
          </a:p>
          <a:p>
            <a:pPr marL="228600" lvl="0" indent="-228600" algn="l" rtl="0">
              <a:spcBef>
                <a:spcPts val="0"/>
              </a:spcBef>
              <a:spcAft>
                <a:spcPts val="0"/>
              </a:spcAft>
              <a:buAutoNum type="arabicPeriod"/>
            </a:pPr>
            <a:r>
              <a:rPr lang="en-US" baseline="0" dirty="0"/>
              <a:t>Add the Title.  </a:t>
            </a:r>
          </a:p>
          <a:p>
            <a:pPr marL="228600" lvl="0" indent="-228600" algn="l" rtl="0">
              <a:spcBef>
                <a:spcPts val="0"/>
              </a:spcBef>
              <a:spcAft>
                <a:spcPts val="0"/>
              </a:spcAft>
              <a:buAutoNum type="arabicPeriod"/>
            </a:pPr>
            <a:r>
              <a:rPr lang="en-US" baseline="0" dirty="0"/>
              <a:t>Add your content to the Text box. If you copy/paste information into this slide, make sure to Clear Formatting to ensure that the formatting for accessibility remains. You can find the Clear Formatting button on the Home Tab, within the Font section.  It looks like a Capital Letter A with an eraser.  The text will increase or decrease as you type to ensure that the proper sizing is used.</a:t>
            </a:r>
          </a:p>
          <a:p>
            <a:pPr marL="228600" marR="0" lvl="0" indent="-2286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baseline="0" dirty="0"/>
              <a:t>Delete this text in the Notes section when you are finished.</a:t>
            </a:r>
          </a:p>
          <a:p>
            <a:pPr marL="0" lvl="0" indent="0" algn="l" rtl="0">
              <a:spcBef>
                <a:spcPts val="0"/>
              </a:spcBef>
              <a:spcAft>
                <a:spcPts val="0"/>
              </a:spcAft>
              <a:buNone/>
            </a:pPr>
            <a:endParaRPr lang="en-US" baseline="0" dirty="0"/>
          </a:p>
          <a:p>
            <a:pPr marL="0" lvl="0" indent="0" algn="l" rtl="0">
              <a:spcBef>
                <a:spcPts val="0"/>
              </a:spcBef>
              <a:spcAft>
                <a:spcPts val="0"/>
              </a:spcAft>
              <a:buNone/>
            </a:pPr>
            <a:endParaRPr lang="en-US" dirty="0"/>
          </a:p>
        </p:txBody>
      </p:sp>
      <p:sp>
        <p:nvSpPr>
          <p:cNvPr id="94" name="Google Shape;9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is a slide that</a:t>
            </a:r>
            <a:r>
              <a:rPr lang="en-US" baseline="0" dirty="0"/>
              <a:t> can display text in 2 columns.  It is set up for a title, and text. Do not change the fonts/colors in any way. The only adjustment you should need to make is the size of the text if your presentation has a long title. </a:t>
            </a:r>
          </a:p>
          <a:p>
            <a:pPr marL="228600" lvl="0" indent="-228600" algn="l" rtl="0">
              <a:spcBef>
                <a:spcPts val="0"/>
              </a:spcBef>
              <a:spcAft>
                <a:spcPts val="0"/>
              </a:spcAft>
              <a:buAutoNum type="arabicPeriod"/>
            </a:pPr>
            <a:r>
              <a:rPr lang="en-US" baseline="0" dirty="0"/>
              <a:t>Add the Title.  </a:t>
            </a:r>
          </a:p>
          <a:p>
            <a:pPr marL="228600" lvl="0" indent="-228600" algn="l" rtl="0">
              <a:spcBef>
                <a:spcPts val="0"/>
              </a:spcBef>
              <a:spcAft>
                <a:spcPts val="0"/>
              </a:spcAft>
              <a:buAutoNum type="arabicPeriod"/>
            </a:pPr>
            <a:r>
              <a:rPr lang="en-US" baseline="0" dirty="0"/>
              <a:t>Add your content to each Text box. If you copy/paste information into this slide, make sure to Clear Formatting to ensure that the formatting for accessibility remains. You can find the Clear Formatting button on the Home Tab, within the Font section.  It looks like a Capital Letter A with an eraser.  The text will increase or decrease as you type to ensure that the proper sizing is used.</a:t>
            </a:r>
          </a:p>
          <a:p>
            <a:pPr marL="228600" marR="0" lvl="0" indent="-2286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baseline="0" dirty="0"/>
              <a:t>Delete this text in the Notes section when you are finished.</a:t>
            </a:r>
          </a:p>
          <a:p>
            <a:pPr marL="0" lvl="0" indent="0" algn="l" rtl="0">
              <a:spcBef>
                <a:spcPts val="0"/>
              </a:spcBef>
              <a:spcAft>
                <a:spcPts val="0"/>
              </a:spcAft>
              <a:buNone/>
            </a:pPr>
            <a:endParaRPr lang="en-US" baseline="0" dirty="0"/>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
        <p:nvSpPr>
          <p:cNvPr id="100" name="Google Shape;10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is a slide that</a:t>
            </a:r>
            <a:r>
              <a:rPr lang="en-US" baseline="0" dirty="0"/>
              <a:t> can display text in 2 columns and can include Sub-Headings for each column.  It is set up for a title, and text. Do not change the fonts/colors in any way. The only adjustment you should need to make is the size of the text if your presentation has a long title. </a:t>
            </a:r>
          </a:p>
          <a:p>
            <a:pPr marL="228600" lvl="0" indent="-228600" algn="l" rtl="0">
              <a:spcBef>
                <a:spcPts val="0"/>
              </a:spcBef>
              <a:spcAft>
                <a:spcPts val="0"/>
              </a:spcAft>
              <a:buAutoNum type="arabicPeriod"/>
            </a:pPr>
            <a:r>
              <a:rPr lang="en-US" baseline="0" dirty="0"/>
              <a:t>Add the Title.  </a:t>
            </a:r>
          </a:p>
          <a:p>
            <a:pPr marL="228600" lvl="0" indent="-228600" algn="l" rtl="0">
              <a:spcBef>
                <a:spcPts val="0"/>
              </a:spcBef>
              <a:spcAft>
                <a:spcPts val="0"/>
              </a:spcAft>
              <a:buAutoNum type="arabicPeriod"/>
            </a:pPr>
            <a:r>
              <a:rPr lang="en-US" baseline="0" dirty="0"/>
              <a:t>Add Sub Headings</a:t>
            </a:r>
          </a:p>
          <a:p>
            <a:pPr marL="228600" lvl="0" indent="-228600" algn="l" rtl="0">
              <a:spcBef>
                <a:spcPts val="0"/>
              </a:spcBef>
              <a:spcAft>
                <a:spcPts val="0"/>
              </a:spcAft>
              <a:buAutoNum type="arabicPeriod"/>
            </a:pPr>
            <a:r>
              <a:rPr lang="en-US" baseline="0" dirty="0"/>
              <a:t>Add your content to each Text box. If you copy/paste information into this slide, make sure to Clear Formatting to ensure that the formatting for accessibility remains. You can find the Clear Formatting button on the Home Tab, within the Font section.  It looks like a Capital Letter A with an eraser.  The text will increase or decrease as you type to ensure that the proper sizing is used.</a:t>
            </a:r>
          </a:p>
          <a:p>
            <a:pPr marL="228600" marR="0" lvl="0" indent="-2286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baseline="0" dirty="0"/>
              <a:t>Delete this text in the Notes section when you are finished.</a:t>
            </a:r>
          </a:p>
          <a:p>
            <a:pPr marL="0" lvl="0" indent="0" algn="l" rtl="0">
              <a:spcBef>
                <a:spcPts val="0"/>
              </a:spcBef>
              <a:spcAft>
                <a:spcPts val="0"/>
              </a:spcAft>
              <a:buNone/>
            </a:pPr>
            <a:endParaRPr lang="en-US" baseline="0"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
        <p:nvSpPr>
          <p:cNvPr id="107" name="Google Shape;10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is a slide that</a:t>
            </a:r>
            <a:r>
              <a:rPr lang="en-US" baseline="0" dirty="0"/>
              <a:t> can display text in 2 columns.  It is set up for a title, and text. Do not change the fonts/colors in any way. The only adjustment you should need to make is the size of the text if your presentation has a long title. </a:t>
            </a:r>
          </a:p>
          <a:p>
            <a:pPr marL="228600" lvl="0" indent="-228600" algn="l" rtl="0">
              <a:spcBef>
                <a:spcPts val="0"/>
              </a:spcBef>
              <a:spcAft>
                <a:spcPts val="0"/>
              </a:spcAft>
              <a:buAutoNum type="arabicPeriod"/>
            </a:pPr>
            <a:r>
              <a:rPr lang="en-US" baseline="0" dirty="0"/>
              <a:t>Add the Title.  </a:t>
            </a:r>
          </a:p>
          <a:p>
            <a:pPr marL="228600" lvl="0" indent="-228600" algn="l" rtl="0">
              <a:spcBef>
                <a:spcPts val="0"/>
              </a:spcBef>
              <a:spcAft>
                <a:spcPts val="0"/>
              </a:spcAft>
              <a:buAutoNum type="arabicPeriod"/>
            </a:pPr>
            <a:r>
              <a:rPr lang="en-US" baseline="0" dirty="0"/>
              <a:t>Add your content to each Text box. If you copy/paste information into this slide, make sure to Clear Formatting to ensure that the formatting for accessibility remains. You can find the Clear Formatting button on the Home Tab, within the Font section.  It looks like a Capital Letter A with an eraser.  The text will increase or decrease as you type to ensure that the proper sizing is used.</a:t>
            </a:r>
          </a:p>
          <a:p>
            <a:pPr marL="228600" marR="0" lvl="0" indent="-2286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baseline="0" dirty="0"/>
              <a:t>Delete this text in the Notes section when you are finished.</a:t>
            </a:r>
          </a:p>
          <a:p>
            <a:pPr marL="0" lvl="0" indent="0" algn="l" rtl="0">
              <a:spcBef>
                <a:spcPts val="0"/>
              </a:spcBef>
              <a:spcAft>
                <a:spcPts val="0"/>
              </a:spcAft>
              <a:buNone/>
            </a:pPr>
            <a:endParaRPr lang="en-US" baseline="0"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
        <p:nvSpPr>
          <p:cNvPr id="121" name="Google Shape;12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is a slide that</a:t>
            </a:r>
            <a:r>
              <a:rPr lang="en-US" baseline="0" dirty="0"/>
              <a:t> can display information in 2 columns, one for text and for an image, table, or other type of item. Do not change the fonts/colors in any way. The only adjustment you should need to make is the size of the text if your presentation has a long title. </a:t>
            </a:r>
          </a:p>
          <a:p>
            <a:pPr marL="228600" lvl="0" indent="-228600" algn="l" rtl="0">
              <a:spcBef>
                <a:spcPts val="0"/>
              </a:spcBef>
              <a:spcAft>
                <a:spcPts val="0"/>
              </a:spcAft>
              <a:buAutoNum type="arabicPeriod"/>
            </a:pPr>
            <a:r>
              <a:rPr lang="en-US" baseline="0" dirty="0"/>
              <a:t>Add the Title.  </a:t>
            </a:r>
          </a:p>
          <a:p>
            <a:pPr marL="228600" lvl="0" indent="-228600" algn="l" rtl="0">
              <a:spcBef>
                <a:spcPts val="0"/>
              </a:spcBef>
              <a:spcAft>
                <a:spcPts val="0"/>
              </a:spcAft>
              <a:buAutoNum type="arabicPeriod"/>
            </a:pPr>
            <a:r>
              <a:rPr lang="en-US" baseline="0" dirty="0"/>
              <a:t>Add your content to the Text box. If you copy/paste information into this slide, make sure to Clear Formatting to ensure that the formatting for accessibility remains. You can find the Clear Formatting button on the Home Tab, within the Font section.  It looks like a Capital Letter A with an eraser.  The text will increase or decrease as you type to ensure that the proper sizing is used.</a:t>
            </a:r>
          </a:p>
          <a:p>
            <a:pPr marL="228600" lvl="0" indent="-228600" algn="l" rtl="0">
              <a:spcBef>
                <a:spcPts val="0"/>
              </a:spcBef>
              <a:spcAft>
                <a:spcPts val="0"/>
              </a:spcAft>
              <a:buAutoNum type="arabicPeriod"/>
            </a:pPr>
            <a:r>
              <a:rPr lang="en-US" baseline="0" dirty="0"/>
              <a:t>Add your image to the Image box.  Select the icon in the middle of the image box to locate the image that you want to upload to that image box.  Remember, if you add an image, you must also add the ALT Text for that image.  More information on ALT Text can be located in the Faculty Guide for this Template.</a:t>
            </a:r>
          </a:p>
          <a:p>
            <a:pPr marL="228600" marR="0" lvl="0" indent="-2286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baseline="0" dirty="0"/>
              <a:t>Delete this text in the Notes section when you are finished.</a:t>
            </a:r>
          </a:p>
          <a:p>
            <a:pPr marL="0" lvl="0" indent="0" algn="l" rtl="0">
              <a:spcBef>
                <a:spcPts val="0"/>
              </a:spcBef>
              <a:spcAft>
                <a:spcPts val="0"/>
              </a:spcAft>
              <a:buNone/>
            </a:pPr>
            <a:endParaRPr lang="en-US" baseline="0"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
        <p:nvSpPr>
          <p:cNvPr id="128" name="Google Shape;12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slide is used for</a:t>
            </a:r>
            <a:r>
              <a:rPr lang="en-US" baseline="0" dirty="0"/>
              <a:t> a Table. Do not change the fonts/colors in any way.  You may add/delete rows and columns as needed.</a:t>
            </a:r>
          </a:p>
          <a:p>
            <a:pPr marL="228600" lvl="0" indent="-228600" algn="l" rtl="0">
              <a:spcBef>
                <a:spcPts val="0"/>
              </a:spcBef>
              <a:spcAft>
                <a:spcPts val="0"/>
              </a:spcAft>
              <a:buAutoNum type="arabicPeriod"/>
            </a:pPr>
            <a:r>
              <a:rPr lang="en-US" baseline="0" dirty="0"/>
              <a:t>Add the Title</a:t>
            </a:r>
          </a:p>
          <a:p>
            <a:pPr marL="228600" lvl="0" indent="-228600" algn="l" rtl="0">
              <a:spcBef>
                <a:spcPts val="0"/>
              </a:spcBef>
              <a:spcAft>
                <a:spcPts val="0"/>
              </a:spcAft>
              <a:buAutoNum type="arabicPeriod"/>
            </a:pPr>
            <a:r>
              <a:rPr lang="en-US" baseline="0" dirty="0"/>
              <a:t>Add your content to the Table.  If you copy/paste information into this slide, make sure to Clear Formatting to ensure that the formatting for accessibility remains. You can find the Clear Formatting button on the Home Tab, within the Font section.  It looks like a Capital Letter A with an eraser.</a:t>
            </a:r>
          </a:p>
          <a:p>
            <a:pPr marL="228600" lvl="0" indent="-228600" algn="l" rtl="0">
              <a:spcBef>
                <a:spcPts val="0"/>
              </a:spcBef>
              <a:spcAft>
                <a:spcPts val="0"/>
              </a:spcAft>
              <a:buAutoNum type="arabicPeriod"/>
            </a:pPr>
            <a:r>
              <a:rPr lang="en-US" baseline="0" dirty="0"/>
              <a:t>Delete this text in the Notes section when you are finished.</a:t>
            </a:r>
          </a:p>
          <a:p>
            <a:pPr marL="0" lvl="0" indent="0" algn="l" rtl="0">
              <a:spcBef>
                <a:spcPts val="0"/>
              </a:spcBef>
              <a:spcAft>
                <a:spcPts val="0"/>
              </a:spcAft>
              <a:buNone/>
            </a:pPr>
            <a:endParaRPr dirty="0"/>
          </a:p>
        </p:txBody>
      </p:sp>
      <p:sp>
        <p:nvSpPr>
          <p:cNvPr id="71" name="Google Shape;7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slide is used for</a:t>
            </a:r>
            <a:r>
              <a:rPr lang="en-US" baseline="0" dirty="0"/>
              <a:t> a Table. Do not change the fonts/colors in any way.  You may add/delete rows and columns as needed.</a:t>
            </a:r>
          </a:p>
          <a:p>
            <a:pPr marL="228600" lvl="0" indent="-228600" algn="l" rtl="0">
              <a:spcBef>
                <a:spcPts val="0"/>
              </a:spcBef>
              <a:spcAft>
                <a:spcPts val="0"/>
              </a:spcAft>
              <a:buAutoNum type="arabicPeriod"/>
            </a:pPr>
            <a:r>
              <a:rPr lang="en-US" baseline="0" dirty="0"/>
              <a:t>Add the Title</a:t>
            </a:r>
          </a:p>
          <a:p>
            <a:pPr marL="228600" lvl="0" indent="-228600" algn="l" rtl="0">
              <a:spcBef>
                <a:spcPts val="0"/>
              </a:spcBef>
              <a:spcAft>
                <a:spcPts val="0"/>
              </a:spcAft>
              <a:buAutoNum type="arabicPeriod"/>
            </a:pPr>
            <a:r>
              <a:rPr lang="en-US" baseline="0" dirty="0"/>
              <a:t>Add your content to the Table.  If you copy/paste information into this slide, make sure to Clear Formatting to ensure that the formatting for accessibility remains. You can find the Clear Formatting button on the Home Tab, within the Font section.  It looks like a Capital Letter A with an eraser.</a:t>
            </a:r>
          </a:p>
          <a:p>
            <a:pPr marL="228600" lvl="0" indent="-228600" algn="l" rtl="0">
              <a:spcBef>
                <a:spcPts val="0"/>
              </a:spcBef>
              <a:spcAft>
                <a:spcPts val="0"/>
              </a:spcAft>
              <a:buAutoNum type="arabicPeriod"/>
            </a:pPr>
            <a:r>
              <a:rPr lang="en-US" baseline="0" dirty="0"/>
              <a:t>Delete this text in the Notes section when you are finished.</a:t>
            </a:r>
          </a:p>
          <a:p>
            <a:pPr marL="0" lvl="0" indent="0" algn="l" rtl="0">
              <a:spcBef>
                <a:spcPts val="0"/>
              </a:spcBef>
              <a:spcAft>
                <a:spcPts val="0"/>
              </a:spcAft>
              <a:buNone/>
            </a:pPr>
            <a:endParaRPr dirty="0"/>
          </a:p>
        </p:txBody>
      </p:sp>
      <p:sp>
        <p:nvSpPr>
          <p:cNvPr id="77" name="Google Shape;7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slide is used for</a:t>
            </a:r>
            <a:r>
              <a:rPr lang="en-US" baseline="0" dirty="0"/>
              <a:t> a Table. Do not change the fonts/colors in any way.  You may add/delete rows and columns as needed.</a:t>
            </a:r>
          </a:p>
          <a:p>
            <a:pPr marL="228600" lvl="0" indent="-228600" algn="l" rtl="0">
              <a:spcBef>
                <a:spcPts val="0"/>
              </a:spcBef>
              <a:spcAft>
                <a:spcPts val="0"/>
              </a:spcAft>
              <a:buAutoNum type="arabicPeriod"/>
            </a:pPr>
            <a:r>
              <a:rPr lang="en-US" baseline="0" dirty="0"/>
              <a:t>Add the Title</a:t>
            </a:r>
          </a:p>
          <a:p>
            <a:pPr marL="228600" lvl="0" indent="-228600" algn="l" rtl="0">
              <a:spcBef>
                <a:spcPts val="0"/>
              </a:spcBef>
              <a:spcAft>
                <a:spcPts val="0"/>
              </a:spcAft>
              <a:buAutoNum type="arabicPeriod"/>
            </a:pPr>
            <a:r>
              <a:rPr lang="en-US" baseline="0" dirty="0"/>
              <a:t>Add your content to the Table.  If you copy/paste information into this slide, make sure to Clear Formatting to ensure that the formatting for accessibility remains. You can find the Clear Formatting button on the Home Tab, within the Font section.  It looks like a Capital Letter A with an eraser.</a:t>
            </a:r>
          </a:p>
          <a:p>
            <a:pPr marL="228600" lvl="0" indent="-228600" algn="l" rtl="0">
              <a:spcBef>
                <a:spcPts val="0"/>
              </a:spcBef>
              <a:spcAft>
                <a:spcPts val="0"/>
              </a:spcAft>
              <a:buAutoNum type="arabicPeriod"/>
            </a:pPr>
            <a:r>
              <a:rPr lang="en-US" baseline="0" dirty="0"/>
              <a:t>Delete this text in the Notes section when you are finished.</a:t>
            </a:r>
          </a:p>
          <a:p>
            <a:pPr marL="0" lvl="0" indent="0" algn="l" rtl="0">
              <a:spcBef>
                <a:spcPts val="0"/>
              </a:spcBef>
              <a:spcAft>
                <a:spcPts val="0"/>
              </a:spcAft>
              <a:buNone/>
            </a:pPr>
            <a:endParaRPr dirty="0"/>
          </a:p>
        </p:txBody>
      </p:sp>
      <p:sp>
        <p:nvSpPr>
          <p:cNvPr id="83" name="Google Shape;8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14"/>
          <p:cNvSpPr txBox="1">
            <a:spLocks noGrp="1"/>
          </p:cNvSpPr>
          <p:nvPr>
            <p:ph type="subTitle" idx="1"/>
          </p:nvPr>
        </p:nvSpPr>
        <p:spPr>
          <a:xfrm>
            <a:off x="838200" y="3536724"/>
            <a:ext cx="7200900" cy="1443239"/>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SzPts val="2100"/>
              <a:buNone/>
              <a:defRPr sz="2800">
                <a:solidFill>
                  <a:srgbClr val="FFCC33"/>
                </a:solidFill>
              </a:defRPr>
            </a:lvl1pPr>
            <a:lvl2pPr lvl="1" algn="ctr">
              <a:lnSpc>
                <a:spcPct val="90000"/>
              </a:lnSpc>
              <a:spcBef>
                <a:spcPts val="500"/>
              </a:spcBef>
              <a:spcAft>
                <a:spcPts val="0"/>
              </a:spcAft>
              <a:buSzPts val="1500"/>
              <a:buNone/>
              <a:defRPr sz="2000"/>
            </a:lvl2pPr>
            <a:lvl3pPr lvl="2" algn="ctr">
              <a:lnSpc>
                <a:spcPct val="90000"/>
              </a:lnSpc>
              <a:spcBef>
                <a:spcPts val="500"/>
              </a:spcBef>
              <a:spcAft>
                <a:spcPts val="0"/>
              </a:spcAft>
              <a:buSzPts val="1350"/>
              <a:buNone/>
              <a:defRPr sz="1800"/>
            </a:lvl3pPr>
            <a:lvl4pPr lvl="3" algn="ctr">
              <a:lnSpc>
                <a:spcPct val="90000"/>
              </a:lnSpc>
              <a:spcBef>
                <a:spcPts val="500"/>
              </a:spcBef>
              <a:spcAft>
                <a:spcPts val="0"/>
              </a:spcAft>
              <a:buSzPts val="1200"/>
              <a:buNone/>
              <a:defRPr sz="1600"/>
            </a:lvl4pPr>
            <a:lvl5pPr lvl="4" algn="ctr">
              <a:lnSpc>
                <a:spcPct val="90000"/>
              </a:lnSpc>
              <a:spcBef>
                <a:spcPts val="500"/>
              </a:spcBef>
              <a:spcAft>
                <a:spcPts val="0"/>
              </a:spcAft>
              <a:buSzPts val="12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dirty="0"/>
          </a:p>
        </p:txBody>
      </p:sp>
      <p:sp>
        <p:nvSpPr>
          <p:cNvPr id="15" name="Google Shape;15;p14"/>
          <p:cNvSpPr txBox="1">
            <a:spLocks noGrp="1"/>
          </p:cNvSpPr>
          <p:nvPr>
            <p:ph type="ctrTitle"/>
          </p:nvPr>
        </p:nvSpPr>
        <p:spPr>
          <a:xfrm>
            <a:off x="838200" y="802432"/>
            <a:ext cx="7200900" cy="2203677"/>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lt1"/>
              </a:buClr>
              <a:buSzPts val="6000"/>
              <a:buFont typeface="Calibri"/>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16"/>
        <p:cNvGrpSpPr/>
        <p:nvPr/>
      </p:nvGrpSpPr>
      <p:grpSpPr>
        <a:xfrm>
          <a:off x="0" y="0"/>
          <a:ext cx="0" cy="0"/>
          <a:chOff x="0" y="0"/>
          <a:chExt cx="0" cy="0"/>
        </a:xfrm>
      </p:grpSpPr>
      <p:sp>
        <p:nvSpPr>
          <p:cNvPr id="17" name="Google Shape;17;p15"/>
          <p:cNvSpPr txBox="1">
            <a:spLocks noGrp="1"/>
          </p:cNvSpPr>
          <p:nvPr>
            <p:ph type="body" idx="1"/>
          </p:nvPr>
        </p:nvSpPr>
        <p:spPr>
          <a:xfrm>
            <a:off x="839788" y="2493818"/>
            <a:ext cx="10515600" cy="4364182"/>
          </a:xfrm>
          <a:prstGeom prst="rect">
            <a:avLst/>
          </a:prstGeom>
          <a:noFill/>
          <a:ln>
            <a:noFill/>
          </a:ln>
        </p:spPr>
        <p:txBody>
          <a:bodyPr spcFirstLastPara="1" wrap="square" lIns="91425" tIns="45700" rIns="91425" bIns="45700" anchor="t" anchorCtr="0">
            <a:normAutofit/>
          </a:bodyPr>
          <a:lstStyle>
            <a:lvl1pPr marL="457200" lvl="0" indent="-314325" algn="l">
              <a:lnSpc>
                <a:spcPct val="100000"/>
              </a:lnSpc>
              <a:spcBef>
                <a:spcPts val="1000"/>
              </a:spcBef>
              <a:spcAft>
                <a:spcPts val="0"/>
              </a:spcAft>
              <a:buSzPts val="1350"/>
              <a:buChar char="•"/>
              <a:defRPr/>
            </a:lvl1pPr>
            <a:lvl2pPr marL="914400" lvl="1" indent="-314325" algn="l">
              <a:lnSpc>
                <a:spcPct val="90000"/>
              </a:lnSpc>
              <a:spcBef>
                <a:spcPts val="500"/>
              </a:spcBef>
              <a:spcAft>
                <a:spcPts val="0"/>
              </a:spcAft>
              <a:buSzPts val="1350"/>
              <a:buChar char="•"/>
              <a:defRPr/>
            </a:lvl2pPr>
            <a:lvl3pPr marL="1371600" lvl="2" indent="-314325" algn="l">
              <a:lnSpc>
                <a:spcPct val="90000"/>
              </a:lnSpc>
              <a:spcBef>
                <a:spcPts val="500"/>
              </a:spcBef>
              <a:spcAft>
                <a:spcPts val="0"/>
              </a:spcAft>
              <a:buSzPts val="1350"/>
              <a:buChar char="•"/>
              <a:defRPr/>
            </a:lvl3pPr>
            <a:lvl4pPr marL="1828800" lvl="3" indent="-314325" algn="l">
              <a:lnSpc>
                <a:spcPct val="90000"/>
              </a:lnSpc>
              <a:spcBef>
                <a:spcPts val="500"/>
              </a:spcBef>
              <a:spcAft>
                <a:spcPts val="0"/>
              </a:spcAft>
              <a:buSzPts val="1350"/>
              <a:buChar char="•"/>
              <a:defRPr/>
            </a:lvl4pPr>
            <a:lvl5pPr marL="2286000" lvl="4" indent="-314325" algn="l">
              <a:lnSpc>
                <a:spcPct val="90000"/>
              </a:lnSpc>
              <a:spcBef>
                <a:spcPts val="500"/>
              </a:spcBef>
              <a:spcAft>
                <a:spcPts val="0"/>
              </a:spcAft>
              <a:buSzPts val="135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18" name="Google Shape;18;p15"/>
          <p:cNvSpPr txBox="1">
            <a:spLocks noGrp="1"/>
          </p:cNvSpPr>
          <p:nvPr>
            <p:ph type="body" idx="2"/>
          </p:nvPr>
        </p:nvSpPr>
        <p:spPr>
          <a:xfrm>
            <a:off x="839788" y="1828800"/>
            <a:ext cx="10515600" cy="49876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2400"/>
              <a:buNone/>
              <a:defRPr sz="3200" b="1">
                <a:solidFill>
                  <a:srgbClr val="006633"/>
                </a:solidFill>
                <a:latin typeface="Calibri"/>
                <a:ea typeface="Calibri"/>
                <a:cs typeface="Calibri"/>
                <a:sym typeface="Calibri"/>
              </a:defRPr>
            </a:lvl1pPr>
            <a:lvl2pPr marL="914400" lvl="1" indent="-228600" algn="l">
              <a:lnSpc>
                <a:spcPct val="90000"/>
              </a:lnSpc>
              <a:spcBef>
                <a:spcPts val="500"/>
              </a:spcBef>
              <a:spcAft>
                <a:spcPts val="0"/>
              </a:spcAft>
              <a:buSzPts val="1500"/>
              <a:buNone/>
              <a:defRPr sz="2000" b="1"/>
            </a:lvl2pPr>
            <a:lvl3pPr marL="1371600" lvl="2" indent="-228600" algn="l">
              <a:lnSpc>
                <a:spcPct val="90000"/>
              </a:lnSpc>
              <a:spcBef>
                <a:spcPts val="500"/>
              </a:spcBef>
              <a:spcAft>
                <a:spcPts val="0"/>
              </a:spcAft>
              <a:buSzPts val="1350"/>
              <a:buNone/>
              <a:defRPr sz="1800" b="1"/>
            </a:lvl3pPr>
            <a:lvl4pPr marL="1828800" lvl="3" indent="-228600" algn="l">
              <a:lnSpc>
                <a:spcPct val="90000"/>
              </a:lnSpc>
              <a:spcBef>
                <a:spcPts val="500"/>
              </a:spcBef>
              <a:spcAft>
                <a:spcPts val="0"/>
              </a:spcAft>
              <a:buSzPts val="1200"/>
              <a:buNone/>
              <a:defRPr sz="1600" b="1"/>
            </a:lvl4pPr>
            <a:lvl5pPr marL="2286000" lvl="4" indent="-228600" algn="l">
              <a:lnSpc>
                <a:spcPct val="90000"/>
              </a:lnSpc>
              <a:spcBef>
                <a:spcPts val="500"/>
              </a:spcBef>
              <a:spcAft>
                <a:spcPts val="0"/>
              </a:spcAft>
              <a:buSzPts val="12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9" name="Google Shape;19;p15"/>
          <p:cNvSpPr txBox="1">
            <a:spLocks noGrp="1"/>
          </p:cNvSpPr>
          <p:nvPr>
            <p:ph type="title"/>
          </p:nvPr>
        </p:nvSpPr>
        <p:spPr>
          <a:xfrm>
            <a:off x="839788" y="0"/>
            <a:ext cx="10515600" cy="1371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66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able">
  <p:cSld name="Title and Table">
    <p:spTree>
      <p:nvGrpSpPr>
        <p:cNvPr id="1" name="Shape 20"/>
        <p:cNvGrpSpPr/>
        <p:nvPr/>
      </p:nvGrpSpPr>
      <p:grpSpPr>
        <a:xfrm>
          <a:off x="0" y="0"/>
          <a:ext cx="0" cy="0"/>
          <a:chOff x="0" y="0"/>
          <a:chExt cx="0" cy="0"/>
        </a:xfrm>
      </p:grpSpPr>
      <p:sp>
        <p:nvSpPr>
          <p:cNvPr id="21" name="Google Shape;21;p16"/>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66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17"/>
          <p:cNvSpPr txBox="1">
            <a:spLocks noGrp="1"/>
          </p:cNvSpPr>
          <p:nvPr>
            <p:ph type="body" idx="1"/>
          </p:nvPr>
        </p:nvSpPr>
        <p:spPr>
          <a:xfrm>
            <a:off x="838200" y="1828800"/>
            <a:ext cx="10515600" cy="4711148"/>
          </a:xfrm>
          <a:prstGeom prst="rect">
            <a:avLst/>
          </a:prstGeom>
          <a:noFill/>
          <a:ln>
            <a:noFill/>
          </a:ln>
        </p:spPr>
        <p:txBody>
          <a:bodyPr spcFirstLastPara="1" wrap="square" lIns="91425" tIns="45700" rIns="91425" bIns="45700" anchor="t" anchorCtr="0">
            <a:normAutofit/>
          </a:bodyPr>
          <a:lstStyle>
            <a:lvl1pPr marL="457200" lvl="0" indent="-314325" algn="l">
              <a:lnSpc>
                <a:spcPct val="100000"/>
              </a:lnSpc>
              <a:spcBef>
                <a:spcPts val="1000"/>
              </a:spcBef>
              <a:spcAft>
                <a:spcPts val="0"/>
              </a:spcAft>
              <a:buSzPts val="1350"/>
              <a:buChar char="•"/>
              <a:defRPr/>
            </a:lvl1pPr>
            <a:lvl2pPr marL="914400" lvl="1" indent="-314325" algn="l">
              <a:lnSpc>
                <a:spcPct val="90000"/>
              </a:lnSpc>
              <a:spcBef>
                <a:spcPts val="500"/>
              </a:spcBef>
              <a:spcAft>
                <a:spcPts val="0"/>
              </a:spcAft>
              <a:buSzPts val="1350"/>
              <a:buChar char="•"/>
              <a:defRPr/>
            </a:lvl2pPr>
            <a:lvl3pPr marL="1371600" lvl="2" indent="-314325" algn="l">
              <a:lnSpc>
                <a:spcPct val="90000"/>
              </a:lnSpc>
              <a:spcBef>
                <a:spcPts val="500"/>
              </a:spcBef>
              <a:spcAft>
                <a:spcPts val="0"/>
              </a:spcAft>
              <a:buSzPts val="1350"/>
              <a:buChar char="•"/>
              <a:defRPr/>
            </a:lvl3pPr>
            <a:lvl4pPr marL="1828800" lvl="3" indent="-314325" algn="l">
              <a:lnSpc>
                <a:spcPct val="90000"/>
              </a:lnSpc>
              <a:spcBef>
                <a:spcPts val="500"/>
              </a:spcBef>
              <a:spcAft>
                <a:spcPts val="0"/>
              </a:spcAft>
              <a:buSzPts val="1350"/>
              <a:buChar char="•"/>
              <a:defRPr/>
            </a:lvl4pPr>
            <a:lvl5pPr marL="2286000" lvl="4" indent="-314325" algn="l">
              <a:lnSpc>
                <a:spcPct val="90000"/>
              </a:lnSpc>
              <a:spcBef>
                <a:spcPts val="500"/>
              </a:spcBef>
              <a:spcAft>
                <a:spcPts val="0"/>
              </a:spcAft>
              <a:buSzPts val="135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17"/>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66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5"/>
        <p:cNvGrpSpPr/>
        <p:nvPr/>
      </p:nvGrpSpPr>
      <p:grpSpPr>
        <a:xfrm>
          <a:off x="0" y="0"/>
          <a:ext cx="0" cy="0"/>
          <a:chOff x="0" y="0"/>
          <a:chExt cx="0" cy="0"/>
        </a:xfrm>
      </p:grpSpPr>
      <p:sp>
        <p:nvSpPr>
          <p:cNvPr id="26" name="Google Shape;26;p18"/>
          <p:cNvSpPr txBox="1">
            <a:spLocks noGrp="1"/>
          </p:cNvSpPr>
          <p:nvPr>
            <p:ph type="body" idx="1"/>
          </p:nvPr>
        </p:nvSpPr>
        <p:spPr>
          <a:xfrm>
            <a:off x="6172200" y="1825624"/>
            <a:ext cx="5181600" cy="4793837"/>
          </a:xfrm>
          <a:prstGeom prst="rect">
            <a:avLst/>
          </a:prstGeom>
          <a:noFill/>
          <a:ln>
            <a:noFill/>
          </a:ln>
        </p:spPr>
        <p:txBody>
          <a:bodyPr spcFirstLastPara="1" wrap="square" lIns="91425" tIns="45700" rIns="91425" bIns="45700" anchor="t" anchorCtr="0">
            <a:normAutofit/>
          </a:bodyPr>
          <a:lstStyle>
            <a:lvl1pPr marL="457200" lvl="0" indent="-314325" algn="l">
              <a:lnSpc>
                <a:spcPct val="100000"/>
              </a:lnSpc>
              <a:spcBef>
                <a:spcPts val="1000"/>
              </a:spcBef>
              <a:spcAft>
                <a:spcPts val="0"/>
              </a:spcAft>
              <a:buSzPts val="1350"/>
              <a:buChar char="•"/>
              <a:defRPr/>
            </a:lvl1pPr>
            <a:lvl2pPr marL="914400" lvl="1" indent="-314325" algn="l">
              <a:lnSpc>
                <a:spcPct val="90000"/>
              </a:lnSpc>
              <a:spcBef>
                <a:spcPts val="500"/>
              </a:spcBef>
              <a:spcAft>
                <a:spcPts val="0"/>
              </a:spcAft>
              <a:buSzPts val="1350"/>
              <a:buChar char="•"/>
              <a:defRPr/>
            </a:lvl2pPr>
            <a:lvl3pPr marL="1371600" lvl="2" indent="-314325" algn="l">
              <a:lnSpc>
                <a:spcPct val="90000"/>
              </a:lnSpc>
              <a:spcBef>
                <a:spcPts val="500"/>
              </a:spcBef>
              <a:spcAft>
                <a:spcPts val="0"/>
              </a:spcAft>
              <a:buSzPts val="1350"/>
              <a:buChar char="•"/>
              <a:defRPr/>
            </a:lvl3pPr>
            <a:lvl4pPr marL="1828800" lvl="3" indent="-314325" algn="l">
              <a:lnSpc>
                <a:spcPct val="90000"/>
              </a:lnSpc>
              <a:spcBef>
                <a:spcPts val="500"/>
              </a:spcBef>
              <a:spcAft>
                <a:spcPts val="0"/>
              </a:spcAft>
              <a:buSzPts val="1350"/>
              <a:buChar char="•"/>
              <a:defRPr/>
            </a:lvl4pPr>
            <a:lvl5pPr marL="2286000" lvl="4" indent="-314325" algn="l">
              <a:lnSpc>
                <a:spcPct val="90000"/>
              </a:lnSpc>
              <a:spcBef>
                <a:spcPts val="500"/>
              </a:spcBef>
              <a:spcAft>
                <a:spcPts val="0"/>
              </a:spcAft>
              <a:buSzPts val="135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7" name="Google Shape;27;p18"/>
          <p:cNvSpPr txBox="1">
            <a:spLocks noGrp="1"/>
          </p:cNvSpPr>
          <p:nvPr>
            <p:ph type="body" idx="2"/>
          </p:nvPr>
        </p:nvSpPr>
        <p:spPr>
          <a:xfrm>
            <a:off x="838200" y="1825624"/>
            <a:ext cx="5181600" cy="4793837"/>
          </a:xfrm>
          <a:prstGeom prst="rect">
            <a:avLst/>
          </a:prstGeom>
          <a:noFill/>
          <a:ln>
            <a:noFill/>
          </a:ln>
        </p:spPr>
        <p:txBody>
          <a:bodyPr spcFirstLastPara="1" wrap="square" lIns="91425" tIns="45700" rIns="91425" bIns="45700" anchor="t" anchorCtr="0">
            <a:normAutofit/>
          </a:bodyPr>
          <a:lstStyle>
            <a:lvl1pPr marL="457200" lvl="0" indent="-314325" algn="l">
              <a:lnSpc>
                <a:spcPct val="90000"/>
              </a:lnSpc>
              <a:spcBef>
                <a:spcPts val="1000"/>
              </a:spcBef>
              <a:spcAft>
                <a:spcPts val="0"/>
              </a:spcAft>
              <a:buSzPts val="1350"/>
              <a:buChar char="•"/>
              <a:defRPr/>
            </a:lvl1pPr>
            <a:lvl2pPr marL="914400" lvl="1" indent="-314325" algn="l">
              <a:lnSpc>
                <a:spcPct val="90000"/>
              </a:lnSpc>
              <a:spcBef>
                <a:spcPts val="500"/>
              </a:spcBef>
              <a:spcAft>
                <a:spcPts val="0"/>
              </a:spcAft>
              <a:buSzPts val="1350"/>
              <a:buChar char="•"/>
              <a:defRPr/>
            </a:lvl2pPr>
            <a:lvl3pPr marL="1371600" lvl="2" indent="-314325" algn="l">
              <a:lnSpc>
                <a:spcPct val="90000"/>
              </a:lnSpc>
              <a:spcBef>
                <a:spcPts val="500"/>
              </a:spcBef>
              <a:spcAft>
                <a:spcPts val="0"/>
              </a:spcAft>
              <a:buSzPts val="1350"/>
              <a:buChar char="•"/>
              <a:defRPr/>
            </a:lvl3pPr>
            <a:lvl4pPr marL="1828800" lvl="3" indent="-314325" algn="l">
              <a:lnSpc>
                <a:spcPct val="90000"/>
              </a:lnSpc>
              <a:spcBef>
                <a:spcPts val="500"/>
              </a:spcBef>
              <a:spcAft>
                <a:spcPts val="0"/>
              </a:spcAft>
              <a:buSzPts val="1350"/>
              <a:buChar char="•"/>
              <a:defRPr/>
            </a:lvl4pPr>
            <a:lvl5pPr marL="2286000" lvl="4" indent="-314325" algn="l">
              <a:lnSpc>
                <a:spcPct val="90000"/>
              </a:lnSpc>
              <a:spcBef>
                <a:spcPts val="500"/>
              </a:spcBef>
              <a:spcAft>
                <a:spcPts val="0"/>
              </a:spcAft>
              <a:buSzPts val="135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8" name="Google Shape;28;p18"/>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66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9"/>
        <p:cNvGrpSpPr/>
        <p:nvPr/>
      </p:nvGrpSpPr>
      <p:grpSpPr>
        <a:xfrm>
          <a:off x="0" y="0"/>
          <a:ext cx="0" cy="0"/>
          <a:chOff x="0" y="0"/>
          <a:chExt cx="0" cy="0"/>
        </a:xfrm>
      </p:grpSpPr>
      <p:sp>
        <p:nvSpPr>
          <p:cNvPr id="30" name="Google Shape;30;p19"/>
          <p:cNvSpPr txBox="1">
            <a:spLocks noGrp="1"/>
          </p:cNvSpPr>
          <p:nvPr>
            <p:ph type="body" idx="1"/>
          </p:nvPr>
        </p:nvSpPr>
        <p:spPr>
          <a:xfrm>
            <a:off x="6172200" y="2771333"/>
            <a:ext cx="5183188" cy="3828249"/>
          </a:xfrm>
          <a:prstGeom prst="rect">
            <a:avLst/>
          </a:prstGeom>
          <a:noFill/>
          <a:ln>
            <a:noFill/>
          </a:ln>
        </p:spPr>
        <p:txBody>
          <a:bodyPr spcFirstLastPara="1" wrap="square" lIns="91425" tIns="45700" rIns="91425" bIns="45700" anchor="t" anchorCtr="0">
            <a:normAutofit/>
          </a:bodyPr>
          <a:lstStyle>
            <a:lvl1pPr marL="457200" lvl="0" indent="-314325" algn="l">
              <a:lnSpc>
                <a:spcPct val="100000"/>
              </a:lnSpc>
              <a:spcBef>
                <a:spcPts val="1000"/>
              </a:spcBef>
              <a:spcAft>
                <a:spcPts val="0"/>
              </a:spcAft>
              <a:buSzPts val="1350"/>
              <a:buChar char="•"/>
              <a:defRPr/>
            </a:lvl1pPr>
            <a:lvl2pPr marL="914400" lvl="1" indent="-314325" algn="l">
              <a:lnSpc>
                <a:spcPct val="90000"/>
              </a:lnSpc>
              <a:spcBef>
                <a:spcPts val="500"/>
              </a:spcBef>
              <a:spcAft>
                <a:spcPts val="0"/>
              </a:spcAft>
              <a:buSzPts val="1350"/>
              <a:buChar char="•"/>
              <a:defRPr/>
            </a:lvl2pPr>
            <a:lvl3pPr marL="1371600" lvl="2" indent="-314325" algn="l">
              <a:lnSpc>
                <a:spcPct val="90000"/>
              </a:lnSpc>
              <a:spcBef>
                <a:spcPts val="500"/>
              </a:spcBef>
              <a:spcAft>
                <a:spcPts val="0"/>
              </a:spcAft>
              <a:buSzPts val="1350"/>
              <a:buChar char="•"/>
              <a:defRPr/>
            </a:lvl3pPr>
            <a:lvl4pPr marL="1828800" lvl="3" indent="-314325" algn="l">
              <a:lnSpc>
                <a:spcPct val="90000"/>
              </a:lnSpc>
              <a:spcBef>
                <a:spcPts val="500"/>
              </a:spcBef>
              <a:spcAft>
                <a:spcPts val="0"/>
              </a:spcAft>
              <a:buSzPts val="1350"/>
              <a:buChar char="•"/>
              <a:defRPr/>
            </a:lvl4pPr>
            <a:lvl5pPr marL="2286000" lvl="4" indent="-314325" algn="l">
              <a:lnSpc>
                <a:spcPct val="90000"/>
              </a:lnSpc>
              <a:spcBef>
                <a:spcPts val="500"/>
              </a:spcBef>
              <a:spcAft>
                <a:spcPts val="0"/>
              </a:spcAft>
              <a:buSzPts val="135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1" name="Google Shape;31;p19"/>
          <p:cNvSpPr txBox="1">
            <a:spLocks noGrp="1"/>
          </p:cNvSpPr>
          <p:nvPr>
            <p:ph type="body" idx="2"/>
          </p:nvPr>
        </p:nvSpPr>
        <p:spPr>
          <a:xfrm>
            <a:off x="6172200" y="1828800"/>
            <a:ext cx="5183188" cy="82391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2100"/>
              <a:buNone/>
              <a:defRPr sz="2800" b="1"/>
            </a:lvl1pPr>
            <a:lvl2pPr marL="914400" lvl="1" indent="-228600" algn="l">
              <a:lnSpc>
                <a:spcPct val="90000"/>
              </a:lnSpc>
              <a:spcBef>
                <a:spcPts val="500"/>
              </a:spcBef>
              <a:spcAft>
                <a:spcPts val="0"/>
              </a:spcAft>
              <a:buSzPts val="1500"/>
              <a:buNone/>
              <a:defRPr sz="2000" b="1"/>
            </a:lvl2pPr>
            <a:lvl3pPr marL="1371600" lvl="2" indent="-228600" algn="l">
              <a:lnSpc>
                <a:spcPct val="90000"/>
              </a:lnSpc>
              <a:spcBef>
                <a:spcPts val="500"/>
              </a:spcBef>
              <a:spcAft>
                <a:spcPts val="0"/>
              </a:spcAft>
              <a:buSzPts val="1350"/>
              <a:buNone/>
              <a:defRPr sz="1800" b="1"/>
            </a:lvl3pPr>
            <a:lvl4pPr marL="1828800" lvl="3" indent="-228600" algn="l">
              <a:lnSpc>
                <a:spcPct val="90000"/>
              </a:lnSpc>
              <a:spcBef>
                <a:spcPts val="500"/>
              </a:spcBef>
              <a:spcAft>
                <a:spcPts val="0"/>
              </a:spcAft>
              <a:buSzPts val="1200"/>
              <a:buNone/>
              <a:defRPr sz="1600" b="1"/>
            </a:lvl4pPr>
            <a:lvl5pPr marL="2286000" lvl="4" indent="-228600" algn="l">
              <a:lnSpc>
                <a:spcPct val="90000"/>
              </a:lnSpc>
              <a:spcBef>
                <a:spcPts val="500"/>
              </a:spcBef>
              <a:spcAft>
                <a:spcPts val="0"/>
              </a:spcAft>
              <a:buSzPts val="12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2" name="Google Shape;32;p19"/>
          <p:cNvSpPr txBox="1">
            <a:spLocks noGrp="1"/>
          </p:cNvSpPr>
          <p:nvPr>
            <p:ph type="body" idx="3"/>
          </p:nvPr>
        </p:nvSpPr>
        <p:spPr>
          <a:xfrm>
            <a:off x="839788" y="2771334"/>
            <a:ext cx="5157787" cy="3828248"/>
          </a:xfrm>
          <a:prstGeom prst="rect">
            <a:avLst/>
          </a:prstGeom>
          <a:noFill/>
          <a:ln>
            <a:noFill/>
          </a:ln>
        </p:spPr>
        <p:txBody>
          <a:bodyPr spcFirstLastPara="1" wrap="square" lIns="91425" tIns="45700" rIns="91425" bIns="45700" anchor="t" anchorCtr="0">
            <a:normAutofit/>
          </a:bodyPr>
          <a:lstStyle>
            <a:lvl1pPr marL="457200" lvl="0" indent="-314325" algn="l">
              <a:lnSpc>
                <a:spcPct val="100000"/>
              </a:lnSpc>
              <a:spcBef>
                <a:spcPts val="1000"/>
              </a:spcBef>
              <a:spcAft>
                <a:spcPts val="0"/>
              </a:spcAft>
              <a:buSzPts val="1350"/>
              <a:buChar char="•"/>
              <a:defRPr/>
            </a:lvl1pPr>
            <a:lvl2pPr marL="914400" lvl="1" indent="-314325" algn="l">
              <a:lnSpc>
                <a:spcPct val="90000"/>
              </a:lnSpc>
              <a:spcBef>
                <a:spcPts val="500"/>
              </a:spcBef>
              <a:spcAft>
                <a:spcPts val="0"/>
              </a:spcAft>
              <a:buSzPts val="1350"/>
              <a:buChar char="•"/>
              <a:defRPr/>
            </a:lvl2pPr>
            <a:lvl3pPr marL="1371600" lvl="2" indent="-314325" algn="l">
              <a:lnSpc>
                <a:spcPct val="90000"/>
              </a:lnSpc>
              <a:spcBef>
                <a:spcPts val="500"/>
              </a:spcBef>
              <a:spcAft>
                <a:spcPts val="0"/>
              </a:spcAft>
              <a:buSzPts val="1350"/>
              <a:buChar char="•"/>
              <a:defRPr/>
            </a:lvl3pPr>
            <a:lvl4pPr marL="1828800" lvl="3" indent="-314325" algn="l">
              <a:lnSpc>
                <a:spcPct val="90000"/>
              </a:lnSpc>
              <a:spcBef>
                <a:spcPts val="500"/>
              </a:spcBef>
              <a:spcAft>
                <a:spcPts val="0"/>
              </a:spcAft>
              <a:buSzPts val="1350"/>
              <a:buChar char="•"/>
              <a:defRPr/>
            </a:lvl4pPr>
            <a:lvl5pPr marL="2286000" lvl="4" indent="-314325" algn="l">
              <a:lnSpc>
                <a:spcPct val="90000"/>
              </a:lnSpc>
              <a:spcBef>
                <a:spcPts val="500"/>
              </a:spcBef>
              <a:spcAft>
                <a:spcPts val="0"/>
              </a:spcAft>
              <a:buSzPts val="135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3" name="Google Shape;33;p19"/>
          <p:cNvSpPr txBox="1">
            <a:spLocks noGrp="1"/>
          </p:cNvSpPr>
          <p:nvPr>
            <p:ph type="body" idx="4"/>
          </p:nvPr>
        </p:nvSpPr>
        <p:spPr>
          <a:xfrm>
            <a:off x="839788" y="1828800"/>
            <a:ext cx="5157787" cy="82391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2100"/>
              <a:buNone/>
              <a:defRPr sz="2800" b="1"/>
            </a:lvl1pPr>
            <a:lvl2pPr marL="914400" lvl="1" indent="-228600" algn="l">
              <a:lnSpc>
                <a:spcPct val="90000"/>
              </a:lnSpc>
              <a:spcBef>
                <a:spcPts val="500"/>
              </a:spcBef>
              <a:spcAft>
                <a:spcPts val="0"/>
              </a:spcAft>
              <a:buSzPts val="1500"/>
              <a:buNone/>
              <a:defRPr sz="2000" b="1"/>
            </a:lvl2pPr>
            <a:lvl3pPr marL="1371600" lvl="2" indent="-228600" algn="l">
              <a:lnSpc>
                <a:spcPct val="90000"/>
              </a:lnSpc>
              <a:spcBef>
                <a:spcPts val="500"/>
              </a:spcBef>
              <a:spcAft>
                <a:spcPts val="0"/>
              </a:spcAft>
              <a:buSzPts val="1350"/>
              <a:buNone/>
              <a:defRPr sz="1800" b="1"/>
            </a:lvl3pPr>
            <a:lvl4pPr marL="1828800" lvl="3" indent="-228600" algn="l">
              <a:lnSpc>
                <a:spcPct val="90000"/>
              </a:lnSpc>
              <a:spcBef>
                <a:spcPts val="500"/>
              </a:spcBef>
              <a:spcAft>
                <a:spcPts val="0"/>
              </a:spcAft>
              <a:buSzPts val="1200"/>
              <a:buNone/>
              <a:defRPr sz="1600" b="1"/>
            </a:lvl4pPr>
            <a:lvl5pPr marL="2286000" lvl="4" indent="-228600" algn="l">
              <a:lnSpc>
                <a:spcPct val="90000"/>
              </a:lnSpc>
              <a:spcBef>
                <a:spcPts val="500"/>
              </a:spcBef>
              <a:spcAft>
                <a:spcPts val="0"/>
              </a:spcAft>
              <a:buSzPts val="12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4" name="Google Shape;34;p19"/>
          <p:cNvSpPr txBox="1">
            <a:spLocks noGrp="1"/>
          </p:cNvSpPr>
          <p:nvPr>
            <p:ph type="title"/>
          </p:nvPr>
        </p:nvSpPr>
        <p:spPr>
          <a:xfrm>
            <a:off x="839788" y="0"/>
            <a:ext cx="10515600" cy="1371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66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7"/>
        <p:cNvGrpSpPr/>
        <p:nvPr/>
      </p:nvGrpSpPr>
      <p:grpSpPr>
        <a:xfrm>
          <a:off x="0" y="0"/>
          <a:ext cx="0" cy="0"/>
          <a:chOff x="0" y="0"/>
          <a:chExt cx="0" cy="0"/>
        </a:xfrm>
      </p:grpSpPr>
      <p:sp>
        <p:nvSpPr>
          <p:cNvPr id="38" name="Google Shape;38;p21"/>
          <p:cNvSpPr txBox="1">
            <a:spLocks noGrp="1"/>
          </p:cNvSpPr>
          <p:nvPr>
            <p:ph type="body" idx="1"/>
          </p:nvPr>
        </p:nvSpPr>
        <p:spPr>
          <a:xfrm>
            <a:off x="5183188" y="1828799"/>
            <a:ext cx="6172200" cy="4850295"/>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1000"/>
              </a:spcBef>
              <a:spcAft>
                <a:spcPts val="0"/>
              </a:spcAft>
              <a:buSzPts val="2400"/>
              <a:buChar char="•"/>
              <a:defRPr sz="3200"/>
            </a:lvl1pPr>
            <a:lvl2pPr marL="914400" lvl="1" indent="-361950" algn="l">
              <a:lnSpc>
                <a:spcPct val="90000"/>
              </a:lnSpc>
              <a:spcBef>
                <a:spcPts val="500"/>
              </a:spcBef>
              <a:spcAft>
                <a:spcPts val="0"/>
              </a:spcAft>
              <a:buSzPts val="2100"/>
              <a:buChar char="•"/>
              <a:defRPr sz="2800"/>
            </a:lvl2pPr>
            <a:lvl3pPr marL="1371600" lvl="2" indent="-342900" algn="l">
              <a:lnSpc>
                <a:spcPct val="90000"/>
              </a:lnSpc>
              <a:spcBef>
                <a:spcPts val="500"/>
              </a:spcBef>
              <a:spcAft>
                <a:spcPts val="0"/>
              </a:spcAft>
              <a:buSzPts val="1800"/>
              <a:buChar char="•"/>
              <a:defRPr sz="2400"/>
            </a:lvl3pPr>
            <a:lvl4pPr marL="1828800" lvl="3" indent="-323850" algn="l">
              <a:lnSpc>
                <a:spcPct val="90000"/>
              </a:lnSpc>
              <a:spcBef>
                <a:spcPts val="500"/>
              </a:spcBef>
              <a:spcAft>
                <a:spcPts val="0"/>
              </a:spcAft>
              <a:buSzPts val="1500"/>
              <a:buChar char="•"/>
              <a:defRPr sz="2000"/>
            </a:lvl4pPr>
            <a:lvl5pPr marL="2286000" lvl="4" indent="-323850" algn="l">
              <a:lnSpc>
                <a:spcPct val="90000"/>
              </a:lnSpc>
              <a:spcBef>
                <a:spcPts val="500"/>
              </a:spcBef>
              <a:spcAft>
                <a:spcPts val="0"/>
              </a:spcAft>
              <a:buSzPts val="15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dirty="0"/>
          </a:p>
        </p:txBody>
      </p:sp>
      <p:sp>
        <p:nvSpPr>
          <p:cNvPr id="39" name="Google Shape;39;p21"/>
          <p:cNvSpPr txBox="1">
            <a:spLocks noGrp="1"/>
          </p:cNvSpPr>
          <p:nvPr>
            <p:ph type="body" idx="2"/>
          </p:nvPr>
        </p:nvSpPr>
        <p:spPr>
          <a:xfrm>
            <a:off x="839788" y="1828800"/>
            <a:ext cx="3932237" cy="485029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200"/>
              <a:buNone/>
              <a:defRPr sz="1600"/>
            </a:lvl1pPr>
            <a:lvl2pPr marL="914400" lvl="1" indent="-228600" algn="l">
              <a:lnSpc>
                <a:spcPct val="90000"/>
              </a:lnSpc>
              <a:spcBef>
                <a:spcPts val="500"/>
              </a:spcBef>
              <a:spcAft>
                <a:spcPts val="0"/>
              </a:spcAft>
              <a:buSzPts val="1050"/>
              <a:buNone/>
              <a:defRPr sz="1400"/>
            </a:lvl2pPr>
            <a:lvl3pPr marL="1371600" lvl="2" indent="-228600" algn="l">
              <a:lnSpc>
                <a:spcPct val="90000"/>
              </a:lnSpc>
              <a:spcBef>
                <a:spcPts val="500"/>
              </a:spcBef>
              <a:spcAft>
                <a:spcPts val="0"/>
              </a:spcAft>
              <a:buSzPts val="900"/>
              <a:buNone/>
              <a:defRPr sz="1200"/>
            </a:lvl3pPr>
            <a:lvl4pPr marL="1828800" lvl="3" indent="-228600" algn="l">
              <a:lnSpc>
                <a:spcPct val="90000"/>
              </a:lnSpc>
              <a:spcBef>
                <a:spcPts val="500"/>
              </a:spcBef>
              <a:spcAft>
                <a:spcPts val="0"/>
              </a:spcAft>
              <a:buSzPts val="750"/>
              <a:buNone/>
              <a:defRPr sz="1000"/>
            </a:lvl4pPr>
            <a:lvl5pPr marL="2286000" lvl="4" indent="-228600" algn="l">
              <a:lnSpc>
                <a:spcPct val="90000"/>
              </a:lnSpc>
              <a:spcBef>
                <a:spcPts val="500"/>
              </a:spcBef>
              <a:spcAft>
                <a:spcPts val="0"/>
              </a:spcAft>
              <a:buSzPts val="75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dirty="0"/>
          </a:p>
        </p:txBody>
      </p:sp>
      <p:sp>
        <p:nvSpPr>
          <p:cNvPr id="40" name="Google Shape;40;p21"/>
          <p:cNvSpPr txBox="1">
            <a:spLocks noGrp="1"/>
          </p:cNvSpPr>
          <p:nvPr>
            <p:ph type="title"/>
          </p:nvPr>
        </p:nvSpPr>
        <p:spPr>
          <a:xfrm>
            <a:off x="836612" y="0"/>
            <a:ext cx="10515600" cy="1371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6633"/>
              </a:buClr>
              <a:buSzPts val="4400"/>
              <a:buFont typeface="Calibri"/>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1"/>
        <p:cNvGrpSpPr/>
        <p:nvPr/>
      </p:nvGrpSpPr>
      <p:grpSpPr>
        <a:xfrm>
          <a:off x="0" y="0"/>
          <a:ext cx="0" cy="0"/>
          <a:chOff x="0" y="0"/>
          <a:chExt cx="0" cy="0"/>
        </a:xfrm>
      </p:grpSpPr>
      <p:sp>
        <p:nvSpPr>
          <p:cNvPr id="42" name="Google Shape;42;p22"/>
          <p:cNvSpPr>
            <a:spLocks noGrp="1"/>
          </p:cNvSpPr>
          <p:nvPr>
            <p:ph type="pic" idx="2"/>
          </p:nvPr>
        </p:nvSpPr>
        <p:spPr>
          <a:xfrm>
            <a:off x="5225392" y="1747800"/>
            <a:ext cx="6128408" cy="4188766"/>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rgbClr val="006633"/>
              </a:buClr>
              <a:buSzPts val="24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rgbClr val="006633"/>
              </a:buClr>
              <a:buSzPts val="21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rgbClr val="006633"/>
              </a:buClr>
              <a:buSzPts val="18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rgbClr val="006633"/>
              </a:buClr>
              <a:buSzPts val="15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rgbClr val="006633"/>
              </a:buClr>
              <a:buSzPts val="15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dirty="0"/>
          </a:p>
        </p:txBody>
      </p:sp>
      <p:sp>
        <p:nvSpPr>
          <p:cNvPr id="43" name="Google Shape;43;p22"/>
          <p:cNvSpPr txBox="1">
            <a:spLocks noGrp="1"/>
          </p:cNvSpPr>
          <p:nvPr>
            <p:ph type="body" idx="1"/>
          </p:nvPr>
        </p:nvSpPr>
        <p:spPr>
          <a:xfrm>
            <a:off x="838200" y="1737249"/>
            <a:ext cx="3932237" cy="5120751"/>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200"/>
              <a:buNone/>
              <a:defRPr sz="1600"/>
            </a:lvl1pPr>
            <a:lvl2pPr marL="914400" lvl="1" indent="-228600" algn="l">
              <a:lnSpc>
                <a:spcPct val="90000"/>
              </a:lnSpc>
              <a:spcBef>
                <a:spcPts val="500"/>
              </a:spcBef>
              <a:spcAft>
                <a:spcPts val="0"/>
              </a:spcAft>
              <a:buSzPts val="1050"/>
              <a:buNone/>
              <a:defRPr sz="1400"/>
            </a:lvl2pPr>
            <a:lvl3pPr marL="1371600" lvl="2" indent="-228600" algn="l">
              <a:lnSpc>
                <a:spcPct val="90000"/>
              </a:lnSpc>
              <a:spcBef>
                <a:spcPts val="500"/>
              </a:spcBef>
              <a:spcAft>
                <a:spcPts val="0"/>
              </a:spcAft>
              <a:buSzPts val="900"/>
              <a:buNone/>
              <a:defRPr sz="1200"/>
            </a:lvl3pPr>
            <a:lvl4pPr marL="1828800" lvl="3" indent="-228600" algn="l">
              <a:lnSpc>
                <a:spcPct val="90000"/>
              </a:lnSpc>
              <a:spcBef>
                <a:spcPts val="500"/>
              </a:spcBef>
              <a:spcAft>
                <a:spcPts val="0"/>
              </a:spcAft>
              <a:buSzPts val="750"/>
              <a:buNone/>
              <a:defRPr sz="1000"/>
            </a:lvl4pPr>
            <a:lvl5pPr marL="2286000" lvl="4" indent="-228600" algn="l">
              <a:lnSpc>
                <a:spcPct val="90000"/>
              </a:lnSpc>
              <a:spcBef>
                <a:spcPts val="500"/>
              </a:spcBef>
              <a:spcAft>
                <a:spcPts val="0"/>
              </a:spcAft>
              <a:buSzPts val="75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dirty="0"/>
          </a:p>
        </p:txBody>
      </p:sp>
      <p:sp>
        <p:nvSpPr>
          <p:cNvPr id="44" name="Google Shape;44;p22"/>
          <p:cNvSpPr txBox="1">
            <a:spLocks noGrp="1"/>
          </p:cNvSpPr>
          <p:nvPr>
            <p:ph type="title"/>
          </p:nvPr>
        </p:nvSpPr>
        <p:spPr>
          <a:xfrm>
            <a:off x="839788" y="0"/>
            <a:ext cx="10515600" cy="1371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6633"/>
              </a:buClr>
              <a:buSzPts val="4400"/>
              <a:buFont typeface="Calibri"/>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Shape 45"/>
        <p:cNvGrpSpPr/>
        <p:nvPr/>
      </p:nvGrpSpPr>
      <p:grpSpPr>
        <a:xfrm>
          <a:off x="0" y="0"/>
          <a:ext cx="0" cy="0"/>
          <a:chOff x="0" y="0"/>
          <a:chExt cx="0" cy="0"/>
        </a:xfrm>
      </p:grpSpPr>
      <p:sp>
        <p:nvSpPr>
          <p:cNvPr id="46" name="Google Shape;46;p23"/>
          <p:cNvSpPr txBox="1">
            <a:spLocks noGrp="1"/>
          </p:cNvSpPr>
          <p:nvPr>
            <p:ph type="body" idx="1"/>
          </p:nvPr>
        </p:nvSpPr>
        <p:spPr>
          <a:xfrm>
            <a:off x="531226" y="4846638"/>
            <a:ext cx="10515600" cy="1629318"/>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800"/>
              <a:buNone/>
              <a:defRPr sz="2400">
                <a:solidFill>
                  <a:schemeClr val="dk1"/>
                </a:solidFill>
              </a:defRPr>
            </a:lvl1pPr>
            <a:lvl2pPr marL="914400" lvl="1" indent="-228600" algn="l">
              <a:lnSpc>
                <a:spcPct val="90000"/>
              </a:lnSpc>
              <a:spcBef>
                <a:spcPts val="500"/>
              </a:spcBef>
              <a:spcAft>
                <a:spcPts val="0"/>
              </a:spcAft>
              <a:buSzPts val="1500"/>
              <a:buNone/>
              <a:defRPr sz="2000">
                <a:solidFill>
                  <a:srgbClr val="888888"/>
                </a:solidFill>
              </a:defRPr>
            </a:lvl2pPr>
            <a:lvl3pPr marL="1371600" lvl="2" indent="-228600" algn="l">
              <a:lnSpc>
                <a:spcPct val="90000"/>
              </a:lnSpc>
              <a:spcBef>
                <a:spcPts val="500"/>
              </a:spcBef>
              <a:spcAft>
                <a:spcPts val="0"/>
              </a:spcAft>
              <a:buSzPts val="1350"/>
              <a:buNone/>
              <a:defRPr sz="1800">
                <a:solidFill>
                  <a:srgbClr val="888888"/>
                </a:solidFill>
              </a:defRPr>
            </a:lvl3pPr>
            <a:lvl4pPr marL="1828800" lvl="3" indent="-228600" algn="l">
              <a:lnSpc>
                <a:spcPct val="90000"/>
              </a:lnSpc>
              <a:spcBef>
                <a:spcPts val="500"/>
              </a:spcBef>
              <a:spcAft>
                <a:spcPts val="0"/>
              </a:spcAft>
              <a:buSzPts val="1200"/>
              <a:buNone/>
              <a:defRPr sz="1600">
                <a:solidFill>
                  <a:srgbClr val="888888"/>
                </a:solidFill>
              </a:defRPr>
            </a:lvl4pPr>
            <a:lvl5pPr marL="2286000" lvl="4" indent="-228600" algn="l">
              <a:lnSpc>
                <a:spcPct val="90000"/>
              </a:lnSpc>
              <a:spcBef>
                <a:spcPts val="500"/>
              </a:spcBef>
              <a:spcAft>
                <a:spcPts val="0"/>
              </a:spcAft>
              <a:buSzPts val="12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dirty="0"/>
          </a:p>
        </p:txBody>
      </p:sp>
      <p:sp>
        <p:nvSpPr>
          <p:cNvPr id="47" name="Google Shape;47;p23"/>
          <p:cNvSpPr txBox="1">
            <a:spLocks noGrp="1"/>
          </p:cNvSpPr>
          <p:nvPr>
            <p:ph type="title"/>
          </p:nvPr>
        </p:nvSpPr>
        <p:spPr>
          <a:xfrm>
            <a:off x="531225" y="4045907"/>
            <a:ext cx="10515600" cy="644427"/>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Section Header">
  <p:cSld name="1_Section Header">
    <p:bg>
      <p:bgPr>
        <a:blipFill>
          <a:blip r:embed="rId2">
            <a:alphaModFix/>
          </a:blip>
          <a:stretch>
            <a:fillRect/>
          </a:stretch>
        </a:blipFill>
        <a:effectLst/>
      </p:bgPr>
    </p:bg>
    <p:spTree>
      <p:nvGrpSpPr>
        <p:cNvPr id="1" name="Shape 48"/>
        <p:cNvGrpSpPr/>
        <p:nvPr/>
      </p:nvGrpSpPr>
      <p:grpSpPr>
        <a:xfrm>
          <a:off x="0" y="0"/>
          <a:ext cx="0" cy="0"/>
          <a:chOff x="0" y="0"/>
          <a:chExt cx="0" cy="0"/>
        </a:xfrm>
      </p:grpSpPr>
      <p:sp>
        <p:nvSpPr>
          <p:cNvPr id="49" name="Google Shape;49;p24"/>
          <p:cNvSpPr txBox="1">
            <a:spLocks noGrp="1"/>
          </p:cNvSpPr>
          <p:nvPr>
            <p:ph type="body" idx="1"/>
          </p:nvPr>
        </p:nvSpPr>
        <p:spPr>
          <a:xfrm>
            <a:off x="838200" y="4864295"/>
            <a:ext cx="7504134" cy="1500187"/>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400"/>
              </a:spcBef>
              <a:spcAft>
                <a:spcPts val="0"/>
              </a:spcAft>
              <a:buClr>
                <a:schemeClr val="dk1"/>
              </a:buClr>
              <a:buSzPts val="2000"/>
              <a:buFont typeface="Calibri"/>
              <a:buNone/>
              <a:defRPr sz="2000">
                <a:solidFill>
                  <a:schemeClr val="dk1"/>
                </a:solidFill>
              </a:defRPr>
            </a:lvl1pPr>
            <a:lvl2pPr marL="914400" lvl="1" indent="-228600" algn="l">
              <a:lnSpc>
                <a:spcPct val="90000"/>
              </a:lnSpc>
              <a:spcBef>
                <a:spcPts val="500"/>
              </a:spcBef>
              <a:spcAft>
                <a:spcPts val="0"/>
              </a:spcAft>
              <a:buSzPts val="1500"/>
              <a:buNone/>
              <a:defRPr sz="2000">
                <a:solidFill>
                  <a:srgbClr val="888888"/>
                </a:solidFill>
              </a:defRPr>
            </a:lvl2pPr>
            <a:lvl3pPr marL="1371600" lvl="2" indent="-228600" algn="l">
              <a:lnSpc>
                <a:spcPct val="90000"/>
              </a:lnSpc>
              <a:spcBef>
                <a:spcPts val="500"/>
              </a:spcBef>
              <a:spcAft>
                <a:spcPts val="0"/>
              </a:spcAft>
              <a:buSzPts val="1350"/>
              <a:buNone/>
              <a:defRPr sz="1800">
                <a:solidFill>
                  <a:srgbClr val="888888"/>
                </a:solidFill>
              </a:defRPr>
            </a:lvl3pPr>
            <a:lvl4pPr marL="1828800" lvl="3" indent="-228600" algn="l">
              <a:lnSpc>
                <a:spcPct val="90000"/>
              </a:lnSpc>
              <a:spcBef>
                <a:spcPts val="500"/>
              </a:spcBef>
              <a:spcAft>
                <a:spcPts val="0"/>
              </a:spcAft>
              <a:buSzPts val="1200"/>
              <a:buNone/>
              <a:defRPr sz="1600">
                <a:solidFill>
                  <a:srgbClr val="888888"/>
                </a:solidFill>
              </a:defRPr>
            </a:lvl4pPr>
            <a:lvl5pPr marL="2286000" lvl="4" indent="-228600" algn="l">
              <a:lnSpc>
                <a:spcPct val="90000"/>
              </a:lnSpc>
              <a:spcBef>
                <a:spcPts val="500"/>
              </a:spcBef>
              <a:spcAft>
                <a:spcPts val="0"/>
              </a:spcAft>
              <a:buSzPts val="12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dirty="0"/>
          </a:p>
        </p:txBody>
      </p:sp>
      <p:sp>
        <p:nvSpPr>
          <p:cNvPr id="50" name="Google Shape;50;p24"/>
          <p:cNvSpPr txBox="1">
            <a:spLocks noGrp="1"/>
          </p:cNvSpPr>
          <p:nvPr>
            <p:ph type="title"/>
          </p:nvPr>
        </p:nvSpPr>
        <p:spPr>
          <a:xfrm>
            <a:off x="122724" y="4057812"/>
            <a:ext cx="10515600" cy="53165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2800"/>
              <a:buFont typeface="Calibri"/>
              <a:buNone/>
              <a:defRPr sz="2800" b="1">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2_Section Header">
  <p:cSld name="2_Section Header">
    <p:bg>
      <p:bgPr>
        <a:blipFill>
          <a:blip r:embed="rId2">
            <a:alphaModFix/>
          </a:blip>
          <a:stretch>
            <a:fillRect/>
          </a:stretch>
        </a:blipFill>
        <a:effectLst/>
      </p:bgPr>
    </p:bg>
    <p:spTree>
      <p:nvGrpSpPr>
        <p:cNvPr id="1" name="Shape 51"/>
        <p:cNvGrpSpPr/>
        <p:nvPr/>
      </p:nvGrpSpPr>
      <p:grpSpPr>
        <a:xfrm>
          <a:off x="0" y="0"/>
          <a:ext cx="0" cy="0"/>
          <a:chOff x="0" y="0"/>
          <a:chExt cx="0" cy="0"/>
        </a:xfrm>
      </p:grpSpPr>
      <p:sp>
        <p:nvSpPr>
          <p:cNvPr id="52" name="Google Shape;52;p25"/>
          <p:cNvSpPr txBox="1">
            <a:spLocks noGrp="1"/>
          </p:cNvSpPr>
          <p:nvPr>
            <p:ph type="title"/>
          </p:nvPr>
        </p:nvSpPr>
        <p:spPr>
          <a:xfrm>
            <a:off x="0" y="493518"/>
            <a:ext cx="10515600" cy="53165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2800"/>
              <a:buFont typeface="Calibri"/>
              <a:buNone/>
              <a:defRPr sz="2800" b="1">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3"/>
        <p:cNvGrpSpPr/>
        <p:nvPr/>
      </p:nvGrpSpPr>
      <p:grpSpPr>
        <a:xfrm>
          <a:off x="0" y="0"/>
          <a:ext cx="0" cy="0"/>
          <a:chOff x="0" y="0"/>
          <a:chExt cx="0" cy="0"/>
        </a:xfrm>
      </p:grpSpPr>
      <p:sp>
        <p:nvSpPr>
          <p:cNvPr id="54" name="Google Shape;54;p26"/>
          <p:cNvSpPr txBox="1">
            <a:spLocks noGrp="1"/>
          </p:cNvSpPr>
          <p:nvPr>
            <p:ph type="body" idx="1"/>
          </p:nvPr>
        </p:nvSpPr>
        <p:spPr>
          <a:xfrm rot="5400000">
            <a:off x="4038600" y="-1371600"/>
            <a:ext cx="4114800" cy="10515600"/>
          </a:xfrm>
          <a:prstGeom prst="rect">
            <a:avLst/>
          </a:prstGeom>
          <a:noFill/>
          <a:ln>
            <a:noFill/>
          </a:ln>
        </p:spPr>
        <p:txBody>
          <a:bodyPr spcFirstLastPara="1" wrap="square" lIns="91425" tIns="45700" rIns="91425" bIns="45700" anchor="t" anchorCtr="0">
            <a:normAutofit/>
          </a:bodyPr>
          <a:lstStyle>
            <a:lvl1pPr marL="457200" lvl="0" indent="-314325" algn="l">
              <a:lnSpc>
                <a:spcPct val="100000"/>
              </a:lnSpc>
              <a:spcBef>
                <a:spcPts val="600"/>
              </a:spcBef>
              <a:spcAft>
                <a:spcPts val="0"/>
              </a:spcAft>
              <a:buSzPts val="1350"/>
              <a:buChar char="•"/>
              <a:defRPr/>
            </a:lvl1pPr>
            <a:lvl2pPr marL="914400" lvl="1" indent="-314325" algn="l">
              <a:lnSpc>
                <a:spcPct val="90000"/>
              </a:lnSpc>
              <a:spcBef>
                <a:spcPts val="500"/>
              </a:spcBef>
              <a:spcAft>
                <a:spcPts val="0"/>
              </a:spcAft>
              <a:buSzPts val="1350"/>
              <a:buChar char="•"/>
              <a:defRPr/>
            </a:lvl2pPr>
            <a:lvl3pPr marL="1371600" lvl="2" indent="-314325" algn="l">
              <a:lnSpc>
                <a:spcPct val="90000"/>
              </a:lnSpc>
              <a:spcBef>
                <a:spcPts val="500"/>
              </a:spcBef>
              <a:spcAft>
                <a:spcPts val="0"/>
              </a:spcAft>
              <a:buSzPts val="1350"/>
              <a:buChar char="•"/>
              <a:defRPr/>
            </a:lvl3pPr>
            <a:lvl4pPr marL="1828800" lvl="3" indent="-314325" algn="l">
              <a:lnSpc>
                <a:spcPct val="90000"/>
              </a:lnSpc>
              <a:spcBef>
                <a:spcPts val="500"/>
              </a:spcBef>
              <a:spcAft>
                <a:spcPts val="0"/>
              </a:spcAft>
              <a:buSzPts val="1350"/>
              <a:buChar char="•"/>
              <a:defRPr/>
            </a:lvl4pPr>
            <a:lvl5pPr marL="2286000" lvl="4" indent="-314325" algn="l">
              <a:lnSpc>
                <a:spcPct val="90000"/>
              </a:lnSpc>
              <a:spcBef>
                <a:spcPts val="500"/>
              </a:spcBef>
              <a:spcAft>
                <a:spcPts val="0"/>
              </a:spcAft>
              <a:buSzPts val="135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6"/>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66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body" idx="1"/>
          </p:nvPr>
        </p:nvSpPr>
        <p:spPr>
          <a:xfrm>
            <a:off x="838200" y="1828800"/>
            <a:ext cx="10515600" cy="4118524"/>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1000"/>
              </a:spcBef>
              <a:spcAft>
                <a:spcPts val="0"/>
              </a:spcAft>
              <a:buClr>
                <a:srgbClr val="006633"/>
              </a:buClr>
              <a:buSzPts val="21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rgbClr val="006633"/>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500"/>
              </a:spcBef>
              <a:spcAft>
                <a:spcPts val="0"/>
              </a:spcAft>
              <a:buClr>
                <a:srgbClr val="006633"/>
              </a:buClr>
              <a:buSzPts val="1500"/>
              <a:buFont typeface="Arial"/>
              <a:buChar char="•"/>
              <a:defRPr sz="20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500"/>
              </a:spcBef>
              <a:spcAft>
                <a:spcPts val="0"/>
              </a:spcAft>
              <a:buClr>
                <a:srgbClr val="006633"/>
              </a:buClr>
              <a:buSzPts val="1350"/>
              <a:buFont typeface="Arial"/>
              <a:buChar char="•"/>
              <a:defRPr sz="180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500"/>
              </a:spcBef>
              <a:spcAft>
                <a:spcPts val="0"/>
              </a:spcAft>
              <a:buClr>
                <a:srgbClr val="006633"/>
              </a:buClr>
              <a:buSzPts val="135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 name="Google Shape;11;p13"/>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06633"/>
              </a:buClr>
              <a:buSzPts val="4400"/>
              <a:buFont typeface="Calibri"/>
              <a:buNone/>
              <a:defRPr sz="4400" b="1" i="0" u="none" strike="noStrike" cap="none">
                <a:solidFill>
                  <a:srgbClr val="00663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3"/>
          <p:cNvSpPr txBox="1">
            <a:spLocks noGrp="1"/>
          </p:cNvSpPr>
          <p:nvPr>
            <p:ph type="sldNum" idx="12"/>
          </p:nvPr>
        </p:nvSpPr>
        <p:spPr>
          <a:xfrm>
            <a:off x="838200" y="6260122"/>
            <a:ext cx="2743200" cy="323557"/>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buNone/>
              <a:defRPr sz="1200" b="0" i="0" u="none" strike="noStrike" cap="none">
                <a:solidFill>
                  <a:srgbClr val="87908F"/>
                </a:solidFill>
                <a:latin typeface="Calibri"/>
                <a:ea typeface="Calibri"/>
                <a:cs typeface="Calibri"/>
                <a:sym typeface="Calibri"/>
              </a:defRPr>
            </a:lvl1pPr>
            <a:lvl2pPr marL="0" marR="0" lvl="1" indent="0" algn="l" rtl="0">
              <a:spcBef>
                <a:spcPts val="0"/>
              </a:spcBef>
              <a:buNone/>
              <a:defRPr sz="1200" b="0" i="0" u="none" strike="noStrike" cap="none">
                <a:solidFill>
                  <a:srgbClr val="87908F"/>
                </a:solidFill>
                <a:latin typeface="Calibri"/>
                <a:ea typeface="Calibri"/>
                <a:cs typeface="Calibri"/>
                <a:sym typeface="Calibri"/>
              </a:defRPr>
            </a:lvl2pPr>
            <a:lvl3pPr marL="0" marR="0" lvl="2" indent="0" algn="l" rtl="0">
              <a:spcBef>
                <a:spcPts val="0"/>
              </a:spcBef>
              <a:buNone/>
              <a:defRPr sz="1200" b="0" i="0" u="none" strike="noStrike" cap="none">
                <a:solidFill>
                  <a:srgbClr val="87908F"/>
                </a:solidFill>
                <a:latin typeface="Calibri"/>
                <a:ea typeface="Calibri"/>
                <a:cs typeface="Calibri"/>
                <a:sym typeface="Calibri"/>
              </a:defRPr>
            </a:lvl3pPr>
            <a:lvl4pPr marL="0" marR="0" lvl="3" indent="0" algn="l" rtl="0">
              <a:spcBef>
                <a:spcPts val="0"/>
              </a:spcBef>
              <a:buNone/>
              <a:defRPr sz="1200" b="0" i="0" u="none" strike="noStrike" cap="none">
                <a:solidFill>
                  <a:srgbClr val="87908F"/>
                </a:solidFill>
                <a:latin typeface="Calibri"/>
                <a:ea typeface="Calibri"/>
                <a:cs typeface="Calibri"/>
                <a:sym typeface="Calibri"/>
              </a:defRPr>
            </a:lvl4pPr>
            <a:lvl5pPr marL="0" marR="0" lvl="4" indent="0" algn="l" rtl="0">
              <a:spcBef>
                <a:spcPts val="0"/>
              </a:spcBef>
              <a:buNone/>
              <a:defRPr sz="1200" b="0" i="0" u="none" strike="noStrike" cap="none">
                <a:solidFill>
                  <a:srgbClr val="87908F"/>
                </a:solidFill>
                <a:latin typeface="Calibri"/>
                <a:ea typeface="Calibri"/>
                <a:cs typeface="Calibri"/>
                <a:sym typeface="Calibri"/>
              </a:defRPr>
            </a:lvl5pPr>
            <a:lvl6pPr marL="0" marR="0" lvl="5" indent="0" algn="l" rtl="0">
              <a:spcBef>
                <a:spcPts val="0"/>
              </a:spcBef>
              <a:buNone/>
              <a:defRPr sz="1200" b="0" i="0" u="none" strike="noStrike" cap="none">
                <a:solidFill>
                  <a:srgbClr val="87908F"/>
                </a:solidFill>
                <a:latin typeface="Calibri"/>
                <a:ea typeface="Calibri"/>
                <a:cs typeface="Calibri"/>
                <a:sym typeface="Calibri"/>
              </a:defRPr>
            </a:lvl6pPr>
            <a:lvl7pPr marL="0" marR="0" lvl="6" indent="0" algn="l" rtl="0">
              <a:spcBef>
                <a:spcPts val="0"/>
              </a:spcBef>
              <a:buNone/>
              <a:defRPr sz="1200" b="0" i="0" u="none" strike="noStrike" cap="none">
                <a:solidFill>
                  <a:srgbClr val="87908F"/>
                </a:solidFill>
                <a:latin typeface="Calibri"/>
                <a:ea typeface="Calibri"/>
                <a:cs typeface="Calibri"/>
                <a:sym typeface="Calibri"/>
              </a:defRPr>
            </a:lvl7pPr>
            <a:lvl8pPr marL="0" marR="0" lvl="7" indent="0" algn="l" rtl="0">
              <a:spcBef>
                <a:spcPts val="0"/>
              </a:spcBef>
              <a:buNone/>
              <a:defRPr sz="1200" b="0" i="0" u="none" strike="noStrike" cap="none">
                <a:solidFill>
                  <a:srgbClr val="87908F"/>
                </a:solidFill>
                <a:latin typeface="Calibri"/>
                <a:ea typeface="Calibri"/>
                <a:cs typeface="Calibri"/>
                <a:sym typeface="Calibri"/>
              </a:defRPr>
            </a:lvl8pPr>
            <a:lvl9pPr marL="0" marR="0" lvl="8" indent="0" algn="l" rtl="0">
              <a:spcBef>
                <a:spcPts val="0"/>
              </a:spcBef>
              <a:buNone/>
              <a:defRPr sz="1200" b="0" i="0" u="none" strike="noStrike" cap="none">
                <a:solidFill>
                  <a:srgbClr val="87908F"/>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 id="2147483660" r:id="rId11"/>
    <p:sldLayoutId id="214748366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upport.office.com/en-us/article/Control-formatting-when-you-copy-between-presentations-d115500f-f66c-44ef-8109-2d49b4679239"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9"/>
        <p:cNvGrpSpPr/>
        <p:nvPr/>
      </p:nvGrpSpPr>
      <p:grpSpPr>
        <a:xfrm>
          <a:off x="0" y="0"/>
          <a:ext cx="0" cy="0"/>
          <a:chOff x="0" y="0"/>
          <a:chExt cx="0" cy="0"/>
        </a:xfrm>
      </p:grpSpPr>
      <p:sp>
        <p:nvSpPr>
          <p:cNvPr id="60" name="Google Shape;60;p1"/>
          <p:cNvSpPr txBox="1">
            <a:spLocks noGrp="1"/>
          </p:cNvSpPr>
          <p:nvPr>
            <p:ph type="ctrTitle"/>
          </p:nvPr>
        </p:nvSpPr>
        <p:spPr>
          <a:xfrm>
            <a:off x="838199" y="802432"/>
            <a:ext cx="10597587" cy="220367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6000"/>
              <a:buFont typeface="Calibri"/>
              <a:buNone/>
            </a:pPr>
            <a:r>
              <a:rPr lang="en-US" sz="4800" dirty="0">
                <a:solidFill>
                  <a:srgbClr val="006633"/>
                </a:solidFill>
              </a:rPr>
              <a:t>How to Use the Mason PPT Template</a:t>
            </a:r>
            <a:endParaRPr sz="4800" dirty="0">
              <a:solidFill>
                <a:srgbClr val="006633"/>
              </a:solidFill>
            </a:endParaRPr>
          </a:p>
        </p:txBody>
      </p:sp>
      <p:sp>
        <p:nvSpPr>
          <p:cNvPr id="61" name="Google Shape;61;p1"/>
          <p:cNvSpPr txBox="1">
            <a:spLocks noGrp="1"/>
          </p:cNvSpPr>
          <p:nvPr>
            <p:ph type="subTitle" idx="1"/>
          </p:nvPr>
        </p:nvSpPr>
        <p:spPr>
          <a:xfrm>
            <a:off x="838200" y="1562870"/>
            <a:ext cx="11353800" cy="1443239"/>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100"/>
              <a:buNone/>
            </a:pPr>
            <a:r>
              <a:rPr lang="en-US" sz="2000" dirty="0">
                <a:solidFill>
                  <a:schemeClr val="tx1"/>
                </a:solidFill>
              </a:rPr>
              <a:t>Please review the notes beneath each slide to help you with formatting your presentation</a:t>
            </a:r>
            <a:endParaRPr sz="2000" dirty="0">
              <a:solidFill>
                <a:schemeClr val="tx1"/>
              </a:solidFill>
            </a:endParaRPr>
          </a:p>
        </p:txBody>
      </p:sp>
      <p:sp>
        <p:nvSpPr>
          <p:cNvPr id="3" name="TextBox 2"/>
          <p:cNvSpPr txBox="1"/>
          <p:nvPr/>
        </p:nvSpPr>
        <p:spPr>
          <a:xfrm>
            <a:off x="838201" y="2558005"/>
            <a:ext cx="8059644" cy="3139321"/>
          </a:xfrm>
          <a:prstGeom prst="rect">
            <a:avLst/>
          </a:prstGeom>
          <a:noFill/>
        </p:spPr>
        <p:txBody>
          <a:bodyPr wrap="square" lIns="91440" tIns="45720" rIns="91440" bIns="45720" rtlCol="0" anchor="t">
            <a:spAutoFit/>
          </a:bodyPr>
          <a:lstStyle/>
          <a:p>
            <a:pPr marL="342900" indent="-342900">
              <a:buAutoNum type="arabicPeriod"/>
            </a:pPr>
            <a:r>
              <a:rPr lang="en-US" sz="1800" dirty="0">
                <a:solidFill>
                  <a:schemeClr val="tx1"/>
                </a:solidFill>
                <a:latin typeface="Calibri" panose="020F0502020204030204" pitchFamily="34" charset="0"/>
                <a:cs typeface="Calibri" panose="020F0502020204030204" pitchFamily="34" charset="0"/>
              </a:rPr>
              <a:t>Use only the </a:t>
            </a:r>
            <a:r>
              <a:rPr lang="en-US" sz="1800" b="1" dirty="0">
                <a:solidFill>
                  <a:schemeClr val="tx1"/>
                </a:solidFill>
                <a:latin typeface="Calibri" panose="020F0502020204030204" pitchFamily="34" charset="0"/>
                <a:cs typeface="Calibri" panose="020F0502020204030204" pitchFamily="34" charset="0"/>
              </a:rPr>
              <a:t>Theme Colors </a:t>
            </a:r>
            <a:r>
              <a:rPr lang="en-US" sz="1800" dirty="0">
                <a:solidFill>
                  <a:schemeClr val="tx1"/>
                </a:solidFill>
                <a:latin typeface="Calibri" panose="020F0502020204030204" pitchFamily="34" charset="0"/>
                <a:cs typeface="Calibri" panose="020F0502020204030204" pitchFamily="34" charset="0"/>
              </a:rPr>
              <a:t>pallet.  </a:t>
            </a:r>
          </a:p>
          <a:p>
            <a:pPr marL="342900" indent="-342900">
              <a:buAutoNum type="arabicPeriod"/>
            </a:pPr>
            <a:r>
              <a:rPr lang="en-US" sz="1800" dirty="0">
                <a:solidFill>
                  <a:schemeClr val="tx1"/>
                </a:solidFill>
                <a:latin typeface="Calibri" panose="020F0502020204030204" pitchFamily="34" charset="0"/>
                <a:cs typeface="Calibri" panose="020F0502020204030204" pitchFamily="34" charset="0"/>
              </a:rPr>
              <a:t>Use only </a:t>
            </a:r>
            <a:r>
              <a:rPr lang="en-US" sz="1800" b="1" dirty="0">
                <a:solidFill>
                  <a:schemeClr val="tx1"/>
                </a:solidFill>
                <a:latin typeface="Calibri" panose="020F0502020204030204" pitchFamily="34" charset="0"/>
                <a:cs typeface="Calibri" panose="020F0502020204030204" pitchFamily="34" charset="0"/>
              </a:rPr>
              <a:t>Calibri</a:t>
            </a:r>
            <a:r>
              <a:rPr lang="en-US" sz="1800" dirty="0">
                <a:solidFill>
                  <a:schemeClr val="tx1"/>
                </a:solidFill>
                <a:latin typeface="Calibri" panose="020F0502020204030204" pitchFamily="34" charset="0"/>
                <a:cs typeface="Calibri" panose="020F0502020204030204" pitchFamily="34" charset="0"/>
              </a:rPr>
              <a:t> font.</a:t>
            </a:r>
          </a:p>
          <a:p>
            <a:pPr marL="342900" indent="-342900">
              <a:buAutoNum type="arabicPeriod"/>
            </a:pPr>
            <a:r>
              <a:rPr lang="en-US" sz="1800" dirty="0">
                <a:solidFill>
                  <a:schemeClr val="tx1"/>
                </a:solidFill>
                <a:latin typeface="Calibri" panose="020F0502020204030204" pitchFamily="34" charset="0"/>
                <a:cs typeface="Calibri" panose="020F0502020204030204" pitchFamily="34" charset="0"/>
              </a:rPr>
              <a:t>Use the text on this side as a guide: Calibri font; left justification; etc.</a:t>
            </a:r>
          </a:p>
          <a:p>
            <a:pPr marL="342900" indent="-342900">
              <a:buAutoNum type="arabicPeriod"/>
            </a:pPr>
            <a:r>
              <a:rPr lang="en-US" sz="1800" dirty="0">
                <a:solidFill>
                  <a:schemeClr val="tx1"/>
                </a:solidFill>
                <a:latin typeface="Calibri" panose="020F0502020204030204" pitchFamily="34" charset="0"/>
                <a:cs typeface="Calibri" panose="020F0502020204030204" pitchFamily="34" charset="0"/>
              </a:rPr>
              <a:t>To copy from another PPT presentation and apply proper formatting - </a:t>
            </a:r>
            <a:r>
              <a:rPr lang="en-US" sz="1800" b="1" u="sng" dirty="0">
                <a:solidFill>
                  <a:schemeClr val="tx1"/>
                </a:solidFill>
                <a:latin typeface="Calibri" panose="020F0502020204030204" pitchFamily="34" charset="0"/>
                <a:cs typeface="Calibri" panose="020F0502020204030204" pitchFamily="34" charset="0"/>
                <a:hlinkClick r:id="rId3"/>
              </a:rPr>
              <a:t>Instructions</a:t>
            </a:r>
            <a:endParaRPr lang="en-US" sz="1800" b="1" u="sng" dirty="0">
              <a:solidFill>
                <a:schemeClr val="tx1"/>
              </a:solidFill>
              <a:latin typeface="Calibri" panose="020F0502020204030204" pitchFamily="34" charset="0"/>
              <a:cs typeface="Calibri" panose="020F0502020204030204" pitchFamily="34" charset="0"/>
            </a:endParaRPr>
          </a:p>
          <a:p>
            <a:pPr marL="342900" indent="-342900">
              <a:buAutoNum type="arabicPeriod"/>
            </a:pPr>
            <a:r>
              <a:rPr lang="en-US" sz="1800" dirty="0">
                <a:solidFill>
                  <a:schemeClr val="tx1"/>
                </a:solidFill>
                <a:latin typeface="Calibri" panose="020F0502020204030204" pitchFamily="34" charset="0"/>
                <a:cs typeface="Calibri" panose="020F0502020204030204" pitchFamily="34" charset="0"/>
              </a:rPr>
              <a:t>Please review the Notes section beneath every slide.  </a:t>
            </a:r>
          </a:p>
          <a:p>
            <a:pPr marL="342900" indent="-342900">
              <a:buAutoNum type="arabicPeriod"/>
            </a:pPr>
            <a:r>
              <a:rPr lang="en-US" sz="1800" dirty="0">
                <a:solidFill>
                  <a:schemeClr val="tx1"/>
                </a:solidFill>
                <a:latin typeface="Calibri"/>
                <a:cs typeface="Calibri"/>
              </a:rPr>
              <a:t>If you need to change the layout of a slide, right-click on the slide on the left, select "Layout" and select a preformatted option.</a:t>
            </a:r>
          </a:p>
          <a:p>
            <a:pPr marL="342900" indent="-342900">
              <a:buAutoNum type="arabicPeriod"/>
            </a:pPr>
            <a:r>
              <a:rPr lang="en-US" sz="1800" dirty="0">
                <a:solidFill>
                  <a:schemeClr val="tx1"/>
                </a:solidFill>
                <a:latin typeface="Calibri" panose="020F0502020204030204" pitchFamily="34" charset="0"/>
                <a:cs typeface="Calibri" panose="020F0502020204030204" pitchFamily="34" charset="0"/>
              </a:rPr>
              <a:t>Once you have finished your presentation, delete any slides that you did not use.</a:t>
            </a:r>
          </a:p>
          <a:p>
            <a:pPr marL="342900" indent="-342900">
              <a:buAutoNum type="arabicPeriod"/>
            </a:pPr>
            <a:r>
              <a:rPr lang="en-US" sz="1800" b="1" dirty="0">
                <a:solidFill>
                  <a:schemeClr val="tx1"/>
                </a:solidFill>
                <a:latin typeface="Calibri" panose="020F0502020204030204" pitchFamily="34" charset="0"/>
                <a:cs typeface="Calibri" panose="020F0502020204030204" pitchFamily="34" charset="0"/>
              </a:rPr>
              <a:t>Delete this “How to Use” slide </a:t>
            </a:r>
            <a:r>
              <a:rPr lang="en-US" sz="1800" dirty="0">
                <a:solidFill>
                  <a:schemeClr val="tx1"/>
                </a:solidFill>
                <a:latin typeface="Calibri" panose="020F0502020204030204" pitchFamily="34" charset="0"/>
                <a:cs typeface="Calibri" panose="020F0502020204030204" pitchFamily="34" charset="0"/>
              </a:rPr>
              <a:t>as a last step so that your presentation will start on the title slide (currently, slide 2).</a:t>
            </a:r>
          </a:p>
        </p:txBody>
      </p:sp>
      <p:pic>
        <p:nvPicPr>
          <p:cNvPr id="4" name="Picture 3" descr="Screenshot of the Theme Colors tool. There are nine theme colors."/>
          <p:cNvPicPr>
            <a:picLocks noChangeAspect="1"/>
          </p:cNvPicPr>
          <p:nvPr/>
        </p:nvPicPr>
        <p:blipFill>
          <a:blip r:embed="rId4"/>
          <a:stretch>
            <a:fillRect/>
          </a:stretch>
        </p:blipFill>
        <p:spPr>
          <a:xfrm>
            <a:off x="8897845" y="2663809"/>
            <a:ext cx="2676561" cy="15888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
          <p:cNvSpPr txBox="1">
            <a:spLocks noGrp="1"/>
          </p:cNvSpPr>
          <p:nvPr>
            <p:ph type="ctrTitle"/>
          </p:nvPr>
        </p:nvSpPr>
        <p:spPr>
          <a:xfrm>
            <a:off x="838200" y="802432"/>
            <a:ext cx="10516566" cy="2203677"/>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lt1"/>
              </a:buClr>
              <a:buSzPts val="6000"/>
              <a:buFont typeface="Calibri"/>
              <a:buNone/>
            </a:pPr>
            <a:r>
              <a:rPr lang="en-US" dirty="0"/>
              <a:t>AIT-736 Applied Machine Learning</a:t>
            </a:r>
            <a:endParaRPr dirty="0"/>
          </a:p>
        </p:txBody>
      </p:sp>
      <p:sp>
        <p:nvSpPr>
          <p:cNvPr id="61" name="Google Shape;61;p1"/>
          <p:cNvSpPr txBox="1">
            <a:spLocks noGrp="1"/>
          </p:cNvSpPr>
          <p:nvPr>
            <p:ph type="subTitle" idx="1"/>
          </p:nvPr>
        </p:nvSpPr>
        <p:spPr>
          <a:xfrm>
            <a:off x="731520" y="3536724"/>
            <a:ext cx="7205472" cy="1443239"/>
          </a:xfrm>
          <a:prstGeom prst="rect">
            <a:avLst/>
          </a:prstGeom>
          <a:noFill/>
          <a:ln>
            <a:noFill/>
          </a:ln>
        </p:spPr>
        <p:txBody>
          <a:bodyPr spcFirstLastPara="1" wrap="square" lIns="91425" tIns="45700" rIns="91425" bIns="45700" anchor="t" anchorCtr="0">
            <a:normAutofit fontScale="92500" lnSpcReduction="20000"/>
          </a:bodyPr>
          <a:lstStyle/>
          <a:p>
            <a:pPr marL="0" lvl="0" indent="0" rtl="0">
              <a:lnSpc>
                <a:spcPct val="90000"/>
              </a:lnSpc>
              <a:spcBef>
                <a:spcPts val="0"/>
              </a:spcBef>
              <a:spcAft>
                <a:spcPts val="0"/>
              </a:spcAft>
              <a:buSzPts val="2100"/>
              <a:buNone/>
            </a:pPr>
            <a:r>
              <a:rPr lang="en-US" sz="3400" b="1" dirty="0"/>
              <a:t>Group Presentation: [Insert group number and project title here; delete the brackets]</a:t>
            </a:r>
          </a:p>
          <a:p>
            <a:pPr marL="0" lvl="0" indent="0" rtl="0">
              <a:lnSpc>
                <a:spcPct val="90000"/>
              </a:lnSpc>
              <a:spcBef>
                <a:spcPts val="0"/>
              </a:spcBef>
              <a:spcAft>
                <a:spcPts val="0"/>
              </a:spcAft>
              <a:buSzPts val="2100"/>
              <a:buNone/>
            </a:pPr>
            <a:endParaRPr lang="en-US" dirty="0"/>
          </a:p>
          <a:p>
            <a:pPr marL="0" lvl="0" indent="0" rtl="0">
              <a:lnSpc>
                <a:spcPct val="90000"/>
              </a:lnSpc>
              <a:spcBef>
                <a:spcPts val="0"/>
              </a:spcBef>
              <a:spcAft>
                <a:spcPts val="0"/>
              </a:spcAft>
              <a:buSzPts val="2100"/>
              <a:buNone/>
            </a:pPr>
            <a:r>
              <a:rPr lang="en-US" dirty="0"/>
              <a:t>Faculty Course Developer: Dr. Emanuela Marasco</a:t>
            </a:r>
          </a:p>
        </p:txBody>
      </p:sp>
    </p:spTree>
    <p:extLst>
      <p:ext uri="{BB962C8B-B14F-4D97-AF65-F5344CB8AC3E}">
        <p14:creationId xmlns:p14="http://schemas.microsoft.com/office/powerpoint/2010/main" val="3325777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6"/>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6633"/>
              </a:buClr>
              <a:buSzPts val="4400"/>
              <a:buFont typeface="Calibri"/>
              <a:buNone/>
            </a:pPr>
            <a:r>
              <a:rPr lang="en-US" dirty="0"/>
              <a:t>Section Header: Update this to create a slide title</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2"/>
          <p:cNvSpPr txBox="1">
            <a:spLocks noGrp="1"/>
          </p:cNvSpPr>
          <p:nvPr>
            <p:ph type="body" idx="1"/>
          </p:nvPr>
        </p:nvSpPr>
        <p:spPr>
          <a:xfrm>
            <a:off x="839788" y="2493818"/>
            <a:ext cx="10515600" cy="3477491"/>
          </a:xfrm>
          <a:prstGeom prst="rect">
            <a:avLst/>
          </a:prstGeom>
          <a:noFill/>
          <a:ln>
            <a:noFill/>
          </a:ln>
        </p:spPr>
        <p:txBody>
          <a:bodyPr spcFirstLastPara="1" wrap="square" lIns="91425" tIns="45700" rIns="91425" bIns="45700" anchor="t" anchorCtr="0">
            <a:normAutofit/>
          </a:bodyPr>
          <a:lstStyle/>
          <a:p>
            <a:pPr marL="228600" lvl="0" indent="-95250" algn="l" rtl="0">
              <a:lnSpc>
                <a:spcPct val="90000"/>
              </a:lnSpc>
              <a:spcBef>
                <a:spcPts val="0"/>
              </a:spcBef>
              <a:spcAft>
                <a:spcPts val="0"/>
              </a:spcAft>
              <a:buSzPts val="2100"/>
              <a:buNone/>
            </a:pPr>
            <a:endParaRPr dirty="0"/>
          </a:p>
        </p:txBody>
      </p:sp>
      <p:sp>
        <p:nvSpPr>
          <p:cNvPr id="67" name="Google Shape;67;p2"/>
          <p:cNvSpPr txBox="1">
            <a:spLocks noGrp="1"/>
          </p:cNvSpPr>
          <p:nvPr>
            <p:ph type="body" idx="2"/>
          </p:nvPr>
        </p:nvSpPr>
        <p:spPr>
          <a:xfrm>
            <a:off x="839788" y="1828800"/>
            <a:ext cx="10515600" cy="498764"/>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0"/>
              </a:spcBef>
              <a:spcAft>
                <a:spcPts val="0"/>
              </a:spcAft>
              <a:buSzPts val="2400"/>
              <a:buNone/>
            </a:pPr>
            <a:endParaRPr dirty="0"/>
          </a:p>
        </p:txBody>
      </p:sp>
      <p:sp>
        <p:nvSpPr>
          <p:cNvPr id="68" name="Google Shape;68;p2"/>
          <p:cNvSpPr txBox="1">
            <a:spLocks noGrp="1"/>
          </p:cNvSpPr>
          <p:nvPr>
            <p:ph type="title"/>
          </p:nvPr>
        </p:nvSpPr>
        <p:spPr>
          <a:xfrm>
            <a:off x="839788" y="0"/>
            <a:ext cx="105156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6633"/>
              </a:buClr>
              <a:buSzPts val="4400"/>
              <a:buFont typeface="Calibri"/>
              <a:buNone/>
            </a:pPr>
            <a:r>
              <a:rPr lang="en-US" dirty="0"/>
              <a:t>Title with subtitle and text boxes. Update the text in this title box to create a slide title</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7"/>
          <p:cNvSpPr txBox="1">
            <a:spLocks noGrp="1"/>
          </p:cNvSpPr>
          <p:nvPr>
            <p:ph type="body" idx="1"/>
          </p:nvPr>
        </p:nvSpPr>
        <p:spPr>
          <a:xfrm>
            <a:off x="838200" y="1828800"/>
            <a:ext cx="10515600" cy="4118524"/>
          </a:xfrm>
          <a:prstGeom prst="rect">
            <a:avLst/>
          </a:prstGeom>
          <a:noFill/>
          <a:ln>
            <a:noFill/>
          </a:ln>
        </p:spPr>
        <p:txBody>
          <a:bodyPr spcFirstLastPara="1" wrap="square" lIns="91425" tIns="45700" rIns="91425" bIns="45700" anchor="t" anchorCtr="0">
            <a:normAutofit/>
          </a:bodyPr>
          <a:lstStyle/>
          <a:p>
            <a:pPr marL="228600" lvl="0" indent="-95250" algn="l" rtl="0">
              <a:lnSpc>
                <a:spcPct val="90000"/>
              </a:lnSpc>
              <a:spcBef>
                <a:spcPts val="0"/>
              </a:spcBef>
              <a:spcAft>
                <a:spcPts val="0"/>
              </a:spcAft>
              <a:buSzPts val="2100"/>
              <a:buNone/>
            </a:pPr>
            <a:endParaRPr dirty="0"/>
          </a:p>
        </p:txBody>
      </p:sp>
      <p:sp>
        <p:nvSpPr>
          <p:cNvPr id="97" name="Google Shape;97;p7"/>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6633"/>
              </a:buClr>
              <a:buSzPts val="4400"/>
              <a:buFont typeface="Calibri"/>
              <a:buNone/>
            </a:pPr>
            <a:r>
              <a:rPr lang="en-US" dirty="0"/>
              <a:t>Title and one text box. Update the text in this title box to create a slide title</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8"/>
          <p:cNvSpPr txBox="1">
            <a:spLocks noGrp="1"/>
          </p:cNvSpPr>
          <p:nvPr>
            <p:ph type="body" idx="1"/>
          </p:nvPr>
        </p:nvSpPr>
        <p:spPr>
          <a:xfrm>
            <a:off x="6172200" y="1825624"/>
            <a:ext cx="5181600" cy="4110941"/>
          </a:xfrm>
          <a:prstGeom prst="rect">
            <a:avLst/>
          </a:prstGeom>
          <a:noFill/>
          <a:ln>
            <a:noFill/>
          </a:ln>
        </p:spPr>
        <p:txBody>
          <a:bodyPr spcFirstLastPara="1" wrap="square" lIns="91425" tIns="45700" rIns="91425" bIns="45700" anchor="t" anchorCtr="0">
            <a:normAutofit/>
          </a:bodyPr>
          <a:lstStyle/>
          <a:p>
            <a:pPr marL="228600" lvl="0" indent="-95250" algn="l" rtl="0">
              <a:lnSpc>
                <a:spcPct val="90000"/>
              </a:lnSpc>
              <a:spcBef>
                <a:spcPts val="0"/>
              </a:spcBef>
              <a:spcAft>
                <a:spcPts val="0"/>
              </a:spcAft>
              <a:buSzPts val="2100"/>
              <a:buNone/>
            </a:pPr>
            <a:endParaRPr dirty="0"/>
          </a:p>
        </p:txBody>
      </p:sp>
      <p:sp>
        <p:nvSpPr>
          <p:cNvPr id="103" name="Google Shape;103;p8"/>
          <p:cNvSpPr txBox="1">
            <a:spLocks noGrp="1"/>
          </p:cNvSpPr>
          <p:nvPr>
            <p:ph type="body" idx="2"/>
          </p:nvPr>
        </p:nvSpPr>
        <p:spPr>
          <a:xfrm>
            <a:off x="838200" y="1825624"/>
            <a:ext cx="5181600" cy="4110941"/>
          </a:xfrm>
          <a:prstGeom prst="rect">
            <a:avLst/>
          </a:prstGeom>
          <a:noFill/>
          <a:ln>
            <a:noFill/>
          </a:ln>
        </p:spPr>
        <p:txBody>
          <a:bodyPr spcFirstLastPara="1" wrap="square" lIns="91425" tIns="45700" rIns="91425" bIns="45700" anchor="t" anchorCtr="0">
            <a:normAutofit/>
          </a:bodyPr>
          <a:lstStyle/>
          <a:p>
            <a:pPr marL="228600" lvl="0" indent="-95250" algn="l" rtl="0">
              <a:lnSpc>
                <a:spcPct val="90000"/>
              </a:lnSpc>
              <a:spcBef>
                <a:spcPts val="0"/>
              </a:spcBef>
              <a:spcAft>
                <a:spcPts val="0"/>
              </a:spcAft>
              <a:buSzPts val="2100"/>
              <a:buNone/>
            </a:pPr>
            <a:endParaRPr dirty="0"/>
          </a:p>
        </p:txBody>
      </p:sp>
      <p:sp>
        <p:nvSpPr>
          <p:cNvPr id="104" name="Google Shape;104;p8"/>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6633"/>
              </a:buClr>
              <a:buSzPts val="4400"/>
              <a:buFont typeface="Calibri"/>
              <a:buNone/>
            </a:pPr>
            <a:r>
              <a:rPr lang="en-US" dirty="0"/>
              <a:t>2-Text Column Slide: Update the text in this title box to create a slide title</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9"/>
          <p:cNvSpPr txBox="1">
            <a:spLocks noGrp="1"/>
          </p:cNvSpPr>
          <p:nvPr>
            <p:ph type="body" idx="1"/>
          </p:nvPr>
        </p:nvSpPr>
        <p:spPr>
          <a:xfrm>
            <a:off x="6172200" y="2771334"/>
            <a:ext cx="5183188" cy="3200400"/>
          </a:xfrm>
          <a:prstGeom prst="rect">
            <a:avLst/>
          </a:prstGeom>
          <a:noFill/>
          <a:ln>
            <a:noFill/>
          </a:ln>
        </p:spPr>
        <p:txBody>
          <a:bodyPr spcFirstLastPara="1" wrap="square" lIns="91425" tIns="45700" rIns="91425" bIns="45700" anchor="t" anchorCtr="0">
            <a:normAutofit/>
          </a:bodyPr>
          <a:lstStyle/>
          <a:p>
            <a:pPr marL="228600" lvl="0" indent="-95250" algn="l" rtl="0">
              <a:lnSpc>
                <a:spcPct val="90000"/>
              </a:lnSpc>
              <a:spcBef>
                <a:spcPts val="0"/>
              </a:spcBef>
              <a:spcAft>
                <a:spcPts val="0"/>
              </a:spcAft>
              <a:buSzPts val="2100"/>
              <a:buNone/>
            </a:pPr>
            <a:endParaRPr dirty="0"/>
          </a:p>
        </p:txBody>
      </p:sp>
      <p:sp>
        <p:nvSpPr>
          <p:cNvPr id="110" name="Google Shape;110;p9"/>
          <p:cNvSpPr txBox="1">
            <a:spLocks noGrp="1"/>
          </p:cNvSpPr>
          <p:nvPr>
            <p:ph type="body" idx="2"/>
          </p:nvPr>
        </p:nvSpPr>
        <p:spPr>
          <a:xfrm>
            <a:off x="6172200" y="1828800"/>
            <a:ext cx="5183188" cy="82391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100"/>
              <a:buNone/>
            </a:pPr>
            <a:endParaRPr dirty="0"/>
          </a:p>
        </p:txBody>
      </p:sp>
      <p:sp>
        <p:nvSpPr>
          <p:cNvPr id="111" name="Google Shape;111;p9"/>
          <p:cNvSpPr txBox="1">
            <a:spLocks noGrp="1"/>
          </p:cNvSpPr>
          <p:nvPr>
            <p:ph type="body" idx="3"/>
          </p:nvPr>
        </p:nvSpPr>
        <p:spPr>
          <a:xfrm>
            <a:off x="839788" y="2771334"/>
            <a:ext cx="5157787" cy="3200400"/>
          </a:xfrm>
          <a:prstGeom prst="rect">
            <a:avLst/>
          </a:prstGeom>
          <a:noFill/>
          <a:ln>
            <a:noFill/>
          </a:ln>
        </p:spPr>
        <p:txBody>
          <a:bodyPr spcFirstLastPara="1" wrap="square" lIns="91425" tIns="45700" rIns="91425" bIns="45700" anchor="t" anchorCtr="0">
            <a:normAutofit/>
          </a:bodyPr>
          <a:lstStyle/>
          <a:p>
            <a:pPr marL="228600" lvl="0" indent="-95250" algn="l" rtl="0">
              <a:lnSpc>
                <a:spcPct val="90000"/>
              </a:lnSpc>
              <a:spcBef>
                <a:spcPts val="0"/>
              </a:spcBef>
              <a:spcAft>
                <a:spcPts val="0"/>
              </a:spcAft>
              <a:buSzPts val="2100"/>
              <a:buNone/>
            </a:pPr>
            <a:endParaRPr dirty="0"/>
          </a:p>
        </p:txBody>
      </p:sp>
      <p:sp>
        <p:nvSpPr>
          <p:cNvPr id="112" name="Google Shape;112;p9"/>
          <p:cNvSpPr txBox="1">
            <a:spLocks noGrp="1"/>
          </p:cNvSpPr>
          <p:nvPr>
            <p:ph type="body" idx="4"/>
          </p:nvPr>
        </p:nvSpPr>
        <p:spPr>
          <a:xfrm>
            <a:off x="839788" y="1828800"/>
            <a:ext cx="5157787" cy="82391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100"/>
              <a:buNone/>
            </a:pPr>
            <a:endParaRPr dirty="0"/>
          </a:p>
        </p:txBody>
      </p:sp>
      <p:sp>
        <p:nvSpPr>
          <p:cNvPr id="113" name="Google Shape;113;p9"/>
          <p:cNvSpPr txBox="1">
            <a:spLocks noGrp="1"/>
          </p:cNvSpPr>
          <p:nvPr>
            <p:ph type="title"/>
          </p:nvPr>
        </p:nvSpPr>
        <p:spPr>
          <a:xfrm>
            <a:off x="839788" y="0"/>
            <a:ext cx="105156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6633"/>
              </a:buClr>
              <a:buSzPts val="4400"/>
              <a:buFont typeface="Calibri"/>
              <a:buNone/>
            </a:pPr>
            <a:r>
              <a:rPr lang="en-US" dirty="0"/>
              <a:t>2-Columns with Text Headings: Update the text in this title box to create a slide title</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1"/>
          <p:cNvSpPr txBox="1">
            <a:spLocks noGrp="1"/>
          </p:cNvSpPr>
          <p:nvPr>
            <p:ph type="body" idx="1"/>
          </p:nvPr>
        </p:nvSpPr>
        <p:spPr>
          <a:xfrm>
            <a:off x="5183188" y="1828800"/>
            <a:ext cx="6172200" cy="4114800"/>
          </a:xfrm>
          <a:prstGeom prst="rect">
            <a:avLst/>
          </a:prstGeom>
          <a:noFill/>
          <a:ln>
            <a:noFill/>
          </a:ln>
        </p:spPr>
        <p:txBody>
          <a:bodyPr spcFirstLastPara="1" wrap="square" lIns="91425" tIns="45700" rIns="91425" bIns="45700" anchor="t" anchorCtr="0">
            <a:normAutofit/>
          </a:bodyPr>
          <a:lstStyle/>
          <a:p>
            <a:pPr marL="228600" lvl="0" indent="-76200" algn="l" rtl="0">
              <a:lnSpc>
                <a:spcPct val="90000"/>
              </a:lnSpc>
              <a:spcBef>
                <a:spcPts val="0"/>
              </a:spcBef>
              <a:spcAft>
                <a:spcPts val="0"/>
              </a:spcAft>
              <a:buSzPts val="2400"/>
              <a:buNone/>
            </a:pPr>
            <a:endParaRPr dirty="0"/>
          </a:p>
        </p:txBody>
      </p:sp>
      <p:sp>
        <p:nvSpPr>
          <p:cNvPr id="124" name="Google Shape;124;p11"/>
          <p:cNvSpPr txBox="1">
            <a:spLocks noGrp="1"/>
          </p:cNvSpPr>
          <p:nvPr>
            <p:ph type="body" idx="2"/>
          </p:nvPr>
        </p:nvSpPr>
        <p:spPr>
          <a:xfrm>
            <a:off x="839788" y="1828800"/>
            <a:ext cx="3932237" cy="41148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200"/>
              <a:buNone/>
            </a:pPr>
            <a:endParaRPr dirty="0"/>
          </a:p>
        </p:txBody>
      </p:sp>
      <p:sp>
        <p:nvSpPr>
          <p:cNvPr id="125" name="Google Shape;125;p11"/>
          <p:cNvSpPr txBox="1">
            <a:spLocks noGrp="1"/>
          </p:cNvSpPr>
          <p:nvPr>
            <p:ph type="title"/>
          </p:nvPr>
        </p:nvSpPr>
        <p:spPr>
          <a:xfrm>
            <a:off x="836612" y="0"/>
            <a:ext cx="105156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6633"/>
              </a:buClr>
              <a:buSzPts val="4400"/>
              <a:buFont typeface="Calibri"/>
              <a:buNone/>
            </a:pPr>
            <a:r>
              <a:rPr lang="en-US" dirty="0"/>
              <a:t>2 Text Columns, Different Font Size: Update the text in this title box to create a slide title</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2" descr="Blank graphics box."/>
          <p:cNvSpPr>
            <a:spLocks noGrp="1"/>
          </p:cNvSpPr>
          <p:nvPr>
            <p:ph type="pic" idx="2"/>
          </p:nvPr>
        </p:nvSpPr>
        <p:spPr>
          <a:xfrm>
            <a:off x="5225392" y="1747800"/>
            <a:ext cx="6128408" cy="4188766"/>
          </a:xfrm>
          <a:prstGeom prst="rect">
            <a:avLst/>
          </a:prstGeom>
          <a:noFill/>
          <a:ln>
            <a:noFill/>
          </a:ln>
        </p:spPr>
        <p:txBody>
          <a:bodyPr spcFirstLastPara="1" wrap="square" lIns="91425" tIns="45700" rIns="91425" bIns="45700" anchor="t" anchorCtr="0">
            <a:noAutofit/>
          </a:bodyPr>
          <a:lstStyle/>
          <a:p>
            <a:pPr marL="0" lvl="0" indent="0" algn="l" rtl="0">
              <a:spcBef>
                <a:spcPts val="1000"/>
              </a:spcBef>
              <a:spcAft>
                <a:spcPts val="0"/>
              </a:spcAft>
              <a:buNone/>
            </a:pPr>
            <a:endParaRPr dirty="0"/>
          </a:p>
        </p:txBody>
      </p:sp>
      <p:sp>
        <p:nvSpPr>
          <p:cNvPr id="131" name="Google Shape;131;p12"/>
          <p:cNvSpPr txBox="1">
            <a:spLocks noGrp="1"/>
          </p:cNvSpPr>
          <p:nvPr>
            <p:ph type="body" idx="1"/>
          </p:nvPr>
        </p:nvSpPr>
        <p:spPr>
          <a:xfrm>
            <a:off x="838200" y="1737249"/>
            <a:ext cx="3932237" cy="420181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200"/>
              <a:buNone/>
            </a:pPr>
            <a:endParaRPr dirty="0"/>
          </a:p>
        </p:txBody>
      </p:sp>
      <p:sp>
        <p:nvSpPr>
          <p:cNvPr id="132" name="Google Shape;132;p12"/>
          <p:cNvSpPr txBox="1">
            <a:spLocks noGrp="1"/>
          </p:cNvSpPr>
          <p:nvPr>
            <p:ph type="title"/>
          </p:nvPr>
        </p:nvSpPr>
        <p:spPr>
          <a:xfrm>
            <a:off x="839788" y="0"/>
            <a:ext cx="105156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6633"/>
              </a:buClr>
              <a:buSzPts val="4400"/>
              <a:buFont typeface="Calibri"/>
              <a:buNone/>
            </a:pPr>
            <a:r>
              <a:rPr lang="en-US" dirty="0"/>
              <a:t>Update the text in this title box to create a slide title</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3"/>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6633"/>
              </a:buClr>
              <a:buSzPts val="4400"/>
              <a:buFont typeface="Calibri"/>
              <a:buNone/>
            </a:pPr>
            <a:r>
              <a:rPr lang="en-US" dirty="0"/>
              <a:t>Table Type 1:Update the text in this title box to create a slide </a:t>
            </a:r>
            <a:r>
              <a:rPr lang="en-US" dirty="0" err="1"/>
              <a:t>titleUpdate</a:t>
            </a:r>
            <a:r>
              <a:rPr lang="en-US" dirty="0"/>
              <a:t> the text in this title box to create a slide title</a:t>
            </a:r>
            <a:endParaRPr dirty="0"/>
          </a:p>
        </p:txBody>
      </p:sp>
      <p:graphicFrame>
        <p:nvGraphicFramePr>
          <p:cNvPr id="74" name="Google Shape;74;p3"/>
          <p:cNvGraphicFramePr/>
          <p:nvPr>
            <p:extLst>
              <p:ext uri="{D42A27DB-BD31-4B8C-83A1-F6EECF244321}">
                <p14:modId xmlns:p14="http://schemas.microsoft.com/office/powerpoint/2010/main" val="1699500916"/>
              </p:ext>
            </p:extLst>
          </p:nvPr>
        </p:nvGraphicFramePr>
        <p:xfrm>
          <a:off x="838200" y="1828799"/>
          <a:ext cx="10515600" cy="3840620"/>
        </p:xfrm>
        <a:graphic>
          <a:graphicData uri="http://schemas.openxmlformats.org/drawingml/2006/table">
            <a:tbl>
              <a:tblPr firstRow="1" bandRow="1">
                <a:noFill/>
                <a:tableStyleId>{9FC0CF5B-8249-4F8D-B440-F45ADADE8D9B}</a:tableStyleId>
              </a:tblPr>
              <a:tblGrid>
                <a:gridCol w="17526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gridCol w="1752600">
                  <a:extLst>
                    <a:ext uri="{9D8B030D-6E8A-4147-A177-3AD203B41FA5}">
                      <a16:colId xmlns:a16="http://schemas.microsoft.com/office/drawing/2014/main" val="20004"/>
                    </a:ext>
                  </a:extLst>
                </a:gridCol>
                <a:gridCol w="1752600">
                  <a:extLst>
                    <a:ext uri="{9D8B030D-6E8A-4147-A177-3AD203B41FA5}">
                      <a16:colId xmlns:a16="http://schemas.microsoft.com/office/drawing/2014/main" val="20005"/>
                    </a:ext>
                  </a:extLst>
                </a:gridCol>
              </a:tblGrid>
              <a:tr h="0">
                <a:tc>
                  <a:txBody>
                    <a:bodyPr/>
                    <a:lstStyle/>
                    <a:p>
                      <a:pPr marL="0" marR="0" lvl="0" indent="0" algn="l" rtl="0">
                        <a:lnSpc>
                          <a:spcPct val="100000"/>
                        </a:lnSpc>
                        <a:spcBef>
                          <a:spcPts val="0"/>
                        </a:spcBef>
                        <a:spcAft>
                          <a:spcPts val="0"/>
                        </a:spcAft>
                        <a:buClr>
                          <a:schemeClr val="lt1"/>
                        </a:buClr>
                        <a:buSzPts val="1200"/>
                        <a:buFont typeface="Calibri"/>
                        <a:buNone/>
                      </a:pPr>
                      <a:r>
                        <a:rPr lang="en-US" sz="1200" b="1" u="none" strike="noStrike" cap="none" dirty="0">
                          <a:solidFill>
                            <a:schemeClr val="lt1"/>
                          </a:solidFill>
                        </a:rPr>
                        <a:t>EDIT MASTER COLUMN HEADER STYLE</a:t>
                      </a:r>
                      <a:endParaRPr sz="1200" b="1" u="none" strike="noStrike" cap="none" dirty="0">
                        <a:solidFill>
                          <a:schemeClr val="lt1"/>
                        </a:solidFill>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006633"/>
                    </a:solidFill>
                  </a:tcPr>
                </a:tc>
                <a:tc>
                  <a:txBody>
                    <a:bodyPr/>
                    <a:lstStyle/>
                    <a:p>
                      <a:pPr marL="0" marR="0" lvl="0" indent="0" algn="l" rtl="0">
                        <a:lnSpc>
                          <a:spcPct val="100000"/>
                        </a:lnSpc>
                        <a:spcBef>
                          <a:spcPts val="0"/>
                        </a:spcBef>
                        <a:spcAft>
                          <a:spcPts val="0"/>
                        </a:spcAft>
                        <a:buClr>
                          <a:schemeClr val="lt1"/>
                        </a:buClr>
                        <a:buSzPts val="1200"/>
                        <a:buFont typeface="Calibri"/>
                        <a:buNone/>
                      </a:pPr>
                      <a:r>
                        <a:rPr lang="en-US" sz="1200" b="1" u="none" strike="noStrike" cap="none" dirty="0">
                          <a:solidFill>
                            <a:schemeClr val="lt1"/>
                          </a:solidFill>
                        </a:rPr>
                        <a:t>EDIT MASTER COLUMN HEADER STYLE</a:t>
                      </a:r>
                      <a:endParaRPr sz="1200" b="1" u="none" strike="noStrike" cap="none" dirty="0">
                        <a:solidFill>
                          <a:schemeClr val="lt1"/>
                        </a:solidFill>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006633"/>
                    </a:solidFill>
                  </a:tcPr>
                </a:tc>
                <a:tc>
                  <a:txBody>
                    <a:bodyPr/>
                    <a:lstStyle/>
                    <a:p>
                      <a:pPr marL="0" marR="0" lvl="0" indent="0" algn="l" rtl="0">
                        <a:lnSpc>
                          <a:spcPct val="100000"/>
                        </a:lnSpc>
                        <a:spcBef>
                          <a:spcPts val="0"/>
                        </a:spcBef>
                        <a:spcAft>
                          <a:spcPts val="0"/>
                        </a:spcAft>
                        <a:buClr>
                          <a:schemeClr val="lt1"/>
                        </a:buClr>
                        <a:buSzPts val="1200"/>
                        <a:buFont typeface="Calibri"/>
                        <a:buNone/>
                      </a:pPr>
                      <a:r>
                        <a:rPr lang="en-US" sz="1200" b="1" u="none" strike="noStrike" cap="none" dirty="0">
                          <a:solidFill>
                            <a:schemeClr val="lt1"/>
                          </a:solidFill>
                        </a:rPr>
                        <a:t>EDIT MASTER COLUMN HEADER STYLE</a:t>
                      </a:r>
                      <a:endParaRPr sz="1200" b="1" u="none" strike="noStrike" cap="none" dirty="0">
                        <a:solidFill>
                          <a:schemeClr val="lt1"/>
                        </a:solidFill>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006633"/>
                    </a:solidFill>
                  </a:tcPr>
                </a:tc>
                <a:tc>
                  <a:txBody>
                    <a:bodyPr/>
                    <a:lstStyle/>
                    <a:p>
                      <a:pPr marL="0" marR="0" lvl="0" indent="0" algn="l" rtl="0">
                        <a:lnSpc>
                          <a:spcPct val="100000"/>
                        </a:lnSpc>
                        <a:spcBef>
                          <a:spcPts val="0"/>
                        </a:spcBef>
                        <a:spcAft>
                          <a:spcPts val="0"/>
                        </a:spcAft>
                        <a:buClr>
                          <a:schemeClr val="lt1"/>
                        </a:buClr>
                        <a:buSzPts val="1200"/>
                        <a:buFont typeface="Calibri"/>
                        <a:buNone/>
                      </a:pPr>
                      <a:r>
                        <a:rPr lang="en-US" sz="1200" b="1" u="none" strike="noStrike" cap="none" dirty="0">
                          <a:solidFill>
                            <a:schemeClr val="lt1"/>
                          </a:solidFill>
                        </a:rPr>
                        <a:t>EDIT MASTER COLUMN HEADER STYLE</a:t>
                      </a:r>
                      <a:endParaRPr sz="1200" b="1" u="none" strike="noStrike" cap="none" dirty="0">
                        <a:solidFill>
                          <a:schemeClr val="lt1"/>
                        </a:solidFill>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006633"/>
                    </a:solidFill>
                  </a:tcPr>
                </a:tc>
                <a:tc>
                  <a:txBody>
                    <a:bodyPr/>
                    <a:lstStyle/>
                    <a:p>
                      <a:pPr marL="0" marR="0" lvl="0" indent="0" algn="l" rtl="0">
                        <a:lnSpc>
                          <a:spcPct val="100000"/>
                        </a:lnSpc>
                        <a:spcBef>
                          <a:spcPts val="0"/>
                        </a:spcBef>
                        <a:spcAft>
                          <a:spcPts val="0"/>
                        </a:spcAft>
                        <a:buClr>
                          <a:schemeClr val="lt1"/>
                        </a:buClr>
                        <a:buSzPts val="1200"/>
                        <a:buFont typeface="Calibri"/>
                        <a:buNone/>
                      </a:pPr>
                      <a:r>
                        <a:rPr lang="en-US" sz="1200" b="1" u="none" strike="noStrike" cap="none" dirty="0">
                          <a:solidFill>
                            <a:schemeClr val="lt1"/>
                          </a:solidFill>
                        </a:rPr>
                        <a:t>EDIT MASTER COLUMN HEADER STYLE</a:t>
                      </a:r>
                      <a:endParaRPr sz="1200" b="1" u="none" strike="noStrike" cap="none" dirty="0">
                        <a:solidFill>
                          <a:schemeClr val="lt1"/>
                        </a:solidFill>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006633"/>
                    </a:solidFill>
                  </a:tcPr>
                </a:tc>
                <a:tc>
                  <a:txBody>
                    <a:bodyPr/>
                    <a:lstStyle/>
                    <a:p>
                      <a:pPr marL="0" marR="0" lvl="0" indent="0" algn="l" rtl="0">
                        <a:lnSpc>
                          <a:spcPct val="100000"/>
                        </a:lnSpc>
                        <a:spcBef>
                          <a:spcPts val="0"/>
                        </a:spcBef>
                        <a:spcAft>
                          <a:spcPts val="0"/>
                        </a:spcAft>
                        <a:buClr>
                          <a:schemeClr val="lt1"/>
                        </a:buClr>
                        <a:buSzPts val="1200"/>
                        <a:buFont typeface="Calibri"/>
                        <a:buNone/>
                      </a:pPr>
                      <a:r>
                        <a:rPr lang="en-US" sz="1200" b="1" u="none" strike="noStrike" cap="none" dirty="0">
                          <a:solidFill>
                            <a:schemeClr val="lt1"/>
                          </a:solidFill>
                        </a:rPr>
                        <a:t>EDIT MASTER COLUMN HEADER STYLE</a:t>
                      </a:r>
                      <a:endParaRPr sz="1200" b="1" u="none" strike="noStrike" cap="none" dirty="0">
                        <a:solidFill>
                          <a:schemeClr val="lt1"/>
                        </a:solidFill>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006633"/>
                    </a:solidFill>
                  </a:tcPr>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dirty="0">
                          <a:solidFill>
                            <a:srgbClr val="000000"/>
                          </a:solidFill>
                          <a:latin typeface="Calibri"/>
                          <a:ea typeface="Calibri"/>
                          <a:cs typeface="Calibri"/>
                          <a:sym typeface="Calibri"/>
                        </a:rPr>
                        <a:t>Edit Master table text styles</a:t>
                      </a: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dirty="0">
                          <a:solidFill>
                            <a:srgbClr val="000000"/>
                          </a:solidFill>
                          <a:latin typeface="Calibri"/>
                          <a:ea typeface="Calibri"/>
                          <a:cs typeface="Calibri"/>
                          <a:sym typeface="Calibri"/>
                        </a:rPr>
                        <a:t>Edit Master table text styles</a:t>
                      </a:r>
                      <a:endParaRPr sz="1200" b="0" i="0" u="none" strike="noStrike" cap="none" dirty="0">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0">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dirty="0">
                          <a:solidFill>
                            <a:srgbClr val="000000"/>
                          </a:solidFill>
                          <a:latin typeface="Calibri"/>
                          <a:ea typeface="Calibri"/>
                          <a:cs typeface="Calibri"/>
                          <a:sym typeface="Calibri"/>
                        </a:rPr>
                        <a:t>Edit Master table text styles</a:t>
                      </a:r>
                      <a:endParaRPr sz="1200" b="0" i="0" u="none" strike="noStrike" cap="none" dirty="0">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2F2F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rgbClr val="000000"/>
                          </a:solidFill>
                          <a:latin typeface="Calibri"/>
                          <a:ea typeface="Calibri"/>
                          <a:cs typeface="Calibri"/>
                          <a:sym typeface="Calibri"/>
                        </a:rPr>
                        <a:t>Edit Master table text styles</a:t>
                      </a: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0">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dirty="0">
                          <a:solidFill>
                            <a:srgbClr val="000000"/>
                          </a:solidFill>
                          <a:latin typeface="Calibri"/>
                          <a:ea typeface="Calibri"/>
                          <a:cs typeface="Calibri"/>
                          <a:sym typeface="Calibri"/>
                        </a:rPr>
                        <a:t>Edit Master table text styles</a:t>
                      </a:r>
                      <a:endParaRPr sz="1200" b="0" i="0" u="none" strike="noStrike" cap="none" dirty="0">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0">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0">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0">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dirty="0">
                          <a:solidFill>
                            <a:srgbClr val="000000"/>
                          </a:solidFill>
                          <a:latin typeface="Calibri"/>
                          <a:ea typeface="Calibri"/>
                          <a:cs typeface="Calibri"/>
                          <a:sym typeface="Calibri"/>
                        </a:rPr>
                        <a:t>Edit Master table text styles</a:t>
                      </a:r>
                      <a:endParaRPr dirty="0"/>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dirty="0">
                          <a:solidFill>
                            <a:srgbClr val="000000"/>
                          </a:solidFill>
                          <a:latin typeface="Calibri"/>
                          <a:ea typeface="Calibri"/>
                          <a:cs typeface="Calibri"/>
                          <a:sym typeface="Calibri"/>
                        </a:rPr>
                        <a:t>Edit Master table text styles</a:t>
                      </a:r>
                      <a:endParaRPr dirty="0"/>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4"/>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6633"/>
              </a:buClr>
              <a:buSzPts val="4400"/>
              <a:buFont typeface="Calibri"/>
              <a:buNone/>
            </a:pPr>
            <a:r>
              <a:rPr lang="en-US" dirty="0"/>
              <a:t>Table Type 2:Update the text in this title box to create a slide title</a:t>
            </a:r>
            <a:endParaRPr dirty="0"/>
          </a:p>
        </p:txBody>
      </p:sp>
      <p:graphicFrame>
        <p:nvGraphicFramePr>
          <p:cNvPr id="80" name="Google Shape;80;p4"/>
          <p:cNvGraphicFramePr/>
          <p:nvPr/>
        </p:nvGraphicFramePr>
        <p:xfrm>
          <a:off x="838200" y="1828799"/>
          <a:ext cx="10515600" cy="3840620"/>
        </p:xfrm>
        <a:graphic>
          <a:graphicData uri="http://schemas.openxmlformats.org/drawingml/2006/table">
            <a:tbl>
              <a:tblPr firstRow="1" bandRow="1">
                <a:noFill/>
                <a:tableStyleId>{9FC0CF5B-8249-4F8D-B440-F45ADADE8D9B}</a:tableStyleId>
              </a:tblPr>
              <a:tblGrid>
                <a:gridCol w="17526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gridCol w="1752600">
                  <a:extLst>
                    <a:ext uri="{9D8B030D-6E8A-4147-A177-3AD203B41FA5}">
                      <a16:colId xmlns:a16="http://schemas.microsoft.com/office/drawing/2014/main" val="20004"/>
                    </a:ext>
                  </a:extLst>
                </a:gridCol>
                <a:gridCol w="1752600">
                  <a:extLst>
                    <a:ext uri="{9D8B030D-6E8A-4147-A177-3AD203B41FA5}">
                      <a16:colId xmlns:a16="http://schemas.microsoft.com/office/drawing/2014/main" val="20005"/>
                    </a:ext>
                  </a:extLst>
                </a:gridCol>
              </a:tblGrid>
              <a:tr h="0">
                <a:tc>
                  <a:txBody>
                    <a:bodyPr/>
                    <a:lstStyle/>
                    <a:p>
                      <a:pPr marL="0" marR="0" lvl="0" indent="0" algn="l" rtl="0">
                        <a:lnSpc>
                          <a:spcPct val="100000"/>
                        </a:lnSpc>
                        <a:spcBef>
                          <a:spcPts val="0"/>
                        </a:spcBef>
                        <a:spcAft>
                          <a:spcPts val="0"/>
                        </a:spcAft>
                        <a:buClr>
                          <a:schemeClr val="dk1"/>
                        </a:buClr>
                        <a:buSzPts val="1200"/>
                        <a:buFont typeface="Calibri"/>
                        <a:buNone/>
                      </a:pPr>
                      <a:endParaRPr sz="1200" b="1" u="none" strike="noStrike" cap="none">
                        <a:solidFill>
                          <a:schemeClr val="lt1"/>
                        </a:solidFill>
                      </a:endParaRPr>
                    </a:p>
                  </a:txBody>
                  <a:tcPr marL="91450" marR="91450" marT="91450" marB="91450" anchor="ctr">
                    <a:lnL w="9525" cap="flat" cmpd="sng">
                      <a:solidFill>
                        <a:srgbClr val="000000">
                          <a:alpha val="0"/>
                        </a:srgbClr>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87908F"/>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lt1"/>
                        </a:buClr>
                        <a:buSzPts val="1200"/>
                        <a:buFont typeface="Calibri"/>
                        <a:buNone/>
                      </a:pPr>
                      <a:r>
                        <a:rPr lang="en-US" sz="1200" b="1" u="none" strike="noStrike" cap="none">
                          <a:solidFill>
                            <a:schemeClr val="lt1"/>
                          </a:solidFill>
                        </a:rPr>
                        <a:t>EDIT MASTER COLUMN HEADER STYLE</a:t>
                      </a:r>
                      <a:endParaRPr sz="1200" b="1" u="none" strike="noStrike" cap="none">
                        <a:solidFill>
                          <a:schemeClr val="lt1"/>
                        </a:solidFill>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006633"/>
                    </a:solidFill>
                  </a:tcPr>
                </a:tc>
                <a:tc>
                  <a:txBody>
                    <a:bodyPr/>
                    <a:lstStyle/>
                    <a:p>
                      <a:pPr marL="0" marR="0" lvl="0" indent="0" algn="l" rtl="0">
                        <a:lnSpc>
                          <a:spcPct val="100000"/>
                        </a:lnSpc>
                        <a:spcBef>
                          <a:spcPts val="0"/>
                        </a:spcBef>
                        <a:spcAft>
                          <a:spcPts val="0"/>
                        </a:spcAft>
                        <a:buClr>
                          <a:schemeClr val="lt1"/>
                        </a:buClr>
                        <a:buSzPts val="1200"/>
                        <a:buFont typeface="Calibri"/>
                        <a:buNone/>
                      </a:pPr>
                      <a:r>
                        <a:rPr lang="en-US" sz="1200" b="1" u="none" strike="noStrike" cap="none">
                          <a:solidFill>
                            <a:schemeClr val="lt1"/>
                          </a:solidFill>
                        </a:rPr>
                        <a:t>EDIT MASTER COLUMN HEADER STYLE</a:t>
                      </a:r>
                      <a:endParaRPr sz="1200" b="1" u="none" strike="noStrike" cap="none">
                        <a:solidFill>
                          <a:schemeClr val="lt1"/>
                        </a:solidFill>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006633"/>
                    </a:solidFill>
                  </a:tcPr>
                </a:tc>
                <a:tc>
                  <a:txBody>
                    <a:bodyPr/>
                    <a:lstStyle/>
                    <a:p>
                      <a:pPr marL="0" marR="0" lvl="0" indent="0" algn="l" rtl="0">
                        <a:lnSpc>
                          <a:spcPct val="100000"/>
                        </a:lnSpc>
                        <a:spcBef>
                          <a:spcPts val="0"/>
                        </a:spcBef>
                        <a:spcAft>
                          <a:spcPts val="0"/>
                        </a:spcAft>
                        <a:buClr>
                          <a:schemeClr val="lt1"/>
                        </a:buClr>
                        <a:buSzPts val="1200"/>
                        <a:buFont typeface="Calibri"/>
                        <a:buNone/>
                      </a:pPr>
                      <a:r>
                        <a:rPr lang="en-US" sz="1200" b="1" u="none" strike="noStrike" cap="none">
                          <a:solidFill>
                            <a:schemeClr val="lt1"/>
                          </a:solidFill>
                        </a:rPr>
                        <a:t>EDIT MASTER COLUMN HEADER STYLE</a:t>
                      </a:r>
                      <a:endParaRPr sz="1200" b="1" u="none" strike="noStrike" cap="none">
                        <a:solidFill>
                          <a:schemeClr val="lt1"/>
                        </a:solidFill>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006633"/>
                    </a:solidFill>
                  </a:tcPr>
                </a:tc>
                <a:tc>
                  <a:txBody>
                    <a:bodyPr/>
                    <a:lstStyle/>
                    <a:p>
                      <a:pPr marL="0" marR="0" lvl="0" indent="0" algn="l" rtl="0">
                        <a:lnSpc>
                          <a:spcPct val="100000"/>
                        </a:lnSpc>
                        <a:spcBef>
                          <a:spcPts val="0"/>
                        </a:spcBef>
                        <a:spcAft>
                          <a:spcPts val="0"/>
                        </a:spcAft>
                        <a:buClr>
                          <a:schemeClr val="lt1"/>
                        </a:buClr>
                        <a:buSzPts val="1200"/>
                        <a:buFont typeface="Calibri"/>
                        <a:buNone/>
                      </a:pPr>
                      <a:r>
                        <a:rPr lang="en-US" sz="1200" b="1" u="none" strike="noStrike" cap="none">
                          <a:solidFill>
                            <a:schemeClr val="lt1"/>
                          </a:solidFill>
                        </a:rPr>
                        <a:t>EDIT MASTER COLUMN HEADER STYLE</a:t>
                      </a:r>
                      <a:endParaRPr sz="1200" b="1" u="none" strike="noStrike" cap="none">
                        <a:solidFill>
                          <a:schemeClr val="lt1"/>
                        </a:solidFill>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006633"/>
                    </a:solidFill>
                  </a:tcPr>
                </a:tc>
                <a:tc>
                  <a:txBody>
                    <a:bodyPr/>
                    <a:lstStyle/>
                    <a:p>
                      <a:pPr marL="0" marR="0" lvl="0" indent="0" algn="l" rtl="0">
                        <a:lnSpc>
                          <a:spcPct val="100000"/>
                        </a:lnSpc>
                        <a:spcBef>
                          <a:spcPts val="0"/>
                        </a:spcBef>
                        <a:spcAft>
                          <a:spcPts val="0"/>
                        </a:spcAft>
                        <a:buClr>
                          <a:schemeClr val="lt1"/>
                        </a:buClr>
                        <a:buSzPts val="1200"/>
                        <a:buFont typeface="Calibri"/>
                        <a:buNone/>
                      </a:pPr>
                      <a:r>
                        <a:rPr lang="en-US" sz="1200" b="1" u="none" strike="noStrike" cap="none">
                          <a:solidFill>
                            <a:schemeClr val="lt1"/>
                          </a:solidFill>
                        </a:rPr>
                        <a:t>EDIT MASTER COLUMN HEADER STYLE</a:t>
                      </a:r>
                      <a:endParaRPr sz="1200" b="1" u="none" strike="noStrike" cap="none">
                        <a:solidFill>
                          <a:schemeClr val="lt1"/>
                        </a:solidFill>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006633"/>
                    </a:solidFill>
                  </a:tcPr>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Clr>
                          <a:schemeClr val="dk1"/>
                        </a:buClr>
                        <a:buSzPts val="1200"/>
                        <a:buFont typeface="Calibri"/>
                        <a:buNone/>
                      </a:pPr>
                      <a:r>
                        <a:rPr lang="en-US" sz="1200" b="1" i="0" u="none" strike="noStrike" cap="none">
                          <a:solidFill>
                            <a:schemeClr val="dk1"/>
                          </a:solidFill>
                          <a:latin typeface="Calibri"/>
                          <a:ea typeface="Calibri"/>
                          <a:cs typeface="Calibri"/>
                          <a:sym typeface="Calibri"/>
                        </a:rPr>
                        <a:t>EDIT MASTER ROW HEADER STYLE</a:t>
                      </a:r>
                      <a:endParaRPr sz="1200" b="1" i="0" u="none" strike="noStrike" cap="none">
                        <a:solidFill>
                          <a:schemeClr val="dk1"/>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FCC33"/>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marR="0" lvl="0" indent="0" algn="l" rtl="0">
                        <a:lnSpc>
                          <a:spcPct val="100000"/>
                        </a:lnSpc>
                        <a:spcBef>
                          <a:spcPts val="0"/>
                        </a:spcBef>
                        <a:spcAft>
                          <a:spcPts val="0"/>
                        </a:spcAft>
                        <a:buClr>
                          <a:srgbClr val="000000"/>
                        </a:buClr>
                        <a:buSzPts val="1200"/>
                        <a:buFont typeface="Calibri"/>
                        <a:buNone/>
                      </a:pPr>
                      <a:r>
                        <a:rPr lang="en-US" sz="1200" b="1" i="0" u="none" strike="noStrike" cap="none">
                          <a:solidFill>
                            <a:srgbClr val="000000"/>
                          </a:solidFill>
                          <a:latin typeface="Calibri"/>
                          <a:ea typeface="Calibri"/>
                          <a:cs typeface="Calibri"/>
                          <a:sym typeface="Calibri"/>
                        </a:rPr>
                        <a:t>EDIT MASTER ROW HEADER STYLE</a:t>
                      </a:r>
                      <a:endParaRPr sz="1200" b="1"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FCC33"/>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marR="0" lvl="0" indent="0" algn="l" rtl="0">
                        <a:lnSpc>
                          <a:spcPct val="100000"/>
                        </a:lnSpc>
                        <a:spcBef>
                          <a:spcPts val="0"/>
                        </a:spcBef>
                        <a:spcAft>
                          <a:spcPts val="0"/>
                        </a:spcAft>
                        <a:buClr>
                          <a:srgbClr val="000000"/>
                        </a:buClr>
                        <a:buSzPts val="1200"/>
                        <a:buFont typeface="Calibri"/>
                        <a:buNone/>
                      </a:pPr>
                      <a:r>
                        <a:rPr lang="en-US" sz="1200" b="1" i="0" u="none" strike="noStrike" cap="none">
                          <a:solidFill>
                            <a:srgbClr val="000000"/>
                          </a:solidFill>
                          <a:latin typeface="Calibri"/>
                          <a:ea typeface="Calibri"/>
                          <a:cs typeface="Calibri"/>
                          <a:sym typeface="Calibri"/>
                        </a:rPr>
                        <a:t>EDIT MASTER ROW HEADER STYLE</a:t>
                      </a:r>
                      <a:endParaRPr sz="1200" b="1"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FCC33"/>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marR="0" lvl="0" indent="0" algn="l" rtl="0">
                        <a:lnSpc>
                          <a:spcPct val="100000"/>
                        </a:lnSpc>
                        <a:spcBef>
                          <a:spcPts val="0"/>
                        </a:spcBef>
                        <a:spcAft>
                          <a:spcPts val="0"/>
                        </a:spcAft>
                        <a:buClr>
                          <a:srgbClr val="000000"/>
                        </a:buClr>
                        <a:buSzPts val="1200"/>
                        <a:buFont typeface="Calibri"/>
                        <a:buNone/>
                      </a:pPr>
                      <a:r>
                        <a:rPr lang="en-US" sz="1200" b="1" i="0" u="none" strike="noStrike" cap="none">
                          <a:solidFill>
                            <a:srgbClr val="000000"/>
                          </a:solidFill>
                          <a:latin typeface="Calibri"/>
                          <a:ea typeface="Calibri"/>
                          <a:cs typeface="Calibri"/>
                          <a:sym typeface="Calibri"/>
                        </a:rPr>
                        <a:t>EDIT MASTER ROW HEADER STYLE</a:t>
                      </a:r>
                      <a:endParaRPr sz="1200" b="1"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FCC33"/>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marR="0" lvl="0" indent="0" algn="l" rtl="0">
                        <a:lnSpc>
                          <a:spcPct val="100000"/>
                        </a:lnSpc>
                        <a:spcBef>
                          <a:spcPts val="0"/>
                        </a:spcBef>
                        <a:spcAft>
                          <a:spcPts val="0"/>
                        </a:spcAft>
                        <a:buClr>
                          <a:srgbClr val="000000"/>
                        </a:buClr>
                        <a:buSzPts val="1200"/>
                        <a:buFont typeface="Calibri"/>
                        <a:buNone/>
                      </a:pPr>
                      <a:r>
                        <a:rPr lang="en-US" sz="1200" b="1" i="0" u="none" strike="noStrike" cap="none">
                          <a:solidFill>
                            <a:srgbClr val="000000"/>
                          </a:solidFill>
                          <a:latin typeface="Calibri"/>
                          <a:ea typeface="Calibri"/>
                          <a:cs typeface="Calibri"/>
                          <a:sym typeface="Calibri"/>
                        </a:rPr>
                        <a:t>EDIT MASTER ROW HEADER STYLE</a:t>
                      </a:r>
                      <a:endParaRPr sz="1200" b="1"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FCC33"/>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extLst>
                  <a:ext uri="{0D108BD9-81ED-4DB2-BD59-A6C34878D82A}">
                    <a16:rowId xmlns:a16="http://schemas.microsoft.com/office/drawing/2014/main" val="10005"/>
                  </a:ext>
                </a:extLst>
              </a:tr>
              <a:tr h="0">
                <a:tc>
                  <a:txBody>
                    <a:bodyPr/>
                    <a:lstStyle/>
                    <a:p>
                      <a:pPr marL="0" marR="0" lvl="0" indent="0" algn="l" rtl="0">
                        <a:lnSpc>
                          <a:spcPct val="100000"/>
                        </a:lnSpc>
                        <a:spcBef>
                          <a:spcPts val="0"/>
                        </a:spcBef>
                        <a:spcAft>
                          <a:spcPts val="0"/>
                        </a:spcAft>
                        <a:buClr>
                          <a:srgbClr val="000000"/>
                        </a:buClr>
                        <a:buSzPts val="1200"/>
                        <a:buFont typeface="Calibri"/>
                        <a:buNone/>
                      </a:pPr>
                      <a:r>
                        <a:rPr lang="en-US" sz="1200" b="1" i="0" u="none" strike="noStrike" cap="none">
                          <a:solidFill>
                            <a:srgbClr val="000000"/>
                          </a:solidFill>
                          <a:latin typeface="Calibri"/>
                          <a:ea typeface="Calibri"/>
                          <a:cs typeface="Calibri"/>
                          <a:sym typeface="Calibri"/>
                        </a:rPr>
                        <a:t>EDIT MASTER ROW HEADER STYLE</a:t>
                      </a:r>
                      <a:endParaRPr sz="1200" b="1"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FCC33"/>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5"/>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6633"/>
              </a:buClr>
              <a:buSzPts val="4400"/>
              <a:buFont typeface="Calibri"/>
              <a:buNone/>
            </a:pPr>
            <a:r>
              <a:rPr lang="en-US" dirty="0"/>
              <a:t>Table Type 3:Update the text in this title box to create a slide title</a:t>
            </a:r>
          </a:p>
        </p:txBody>
      </p:sp>
      <p:graphicFrame>
        <p:nvGraphicFramePr>
          <p:cNvPr id="86" name="Google Shape;86;p5"/>
          <p:cNvGraphicFramePr/>
          <p:nvPr/>
        </p:nvGraphicFramePr>
        <p:xfrm>
          <a:off x="838200" y="1828799"/>
          <a:ext cx="10515600" cy="2773790"/>
        </p:xfrm>
        <a:graphic>
          <a:graphicData uri="http://schemas.openxmlformats.org/drawingml/2006/table">
            <a:tbl>
              <a:tblPr firstRow="1" bandRow="1">
                <a:noFill/>
                <a:tableStyleId>{9FC0CF5B-8249-4F8D-B440-F45ADADE8D9B}</a:tableStyleId>
              </a:tblPr>
              <a:tblGrid>
                <a:gridCol w="2708575">
                  <a:extLst>
                    <a:ext uri="{9D8B030D-6E8A-4147-A177-3AD203B41FA5}">
                      <a16:colId xmlns:a16="http://schemas.microsoft.com/office/drawing/2014/main" val="20000"/>
                    </a:ext>
                  </a:extLst>
                </a:gridCol>
                <a:gridCol w="7807025">
                  <a:extLst>
                    <a:ext uri="{9D8B030D-6E8A-4147-A177-3AD203B41FA5}">
                      <a16:colId xmlns:a16="http://schemas.microsoft.com/office/drawing/2014/main" val="20001"/>
                    </a:ext>
                  </a:extLst>
                </a:gridCol>
              </a:tblGrid>
              <a:tr h="0">
                <a:tc>
                  <a:txBody>
                    <a:bodyPr/>
                    <a:lstStyle/>
                    <a:p>
                      <a:pPr marL="0" marR="0" lvl="0" indent="0" algn="ctr" rtl="0">
                        <a:lnSpc>
                          <a:spcPct val="100000"/>
                        </a:lnSpc>
                        <a:spcBef>
                          <a:spcPts val="0"/>
                        </a:spcBef>
                        <a:spcAft>
                          <a:spcPts val="0"/>
                        </a:spcAft>
                        <a:buClr>
                          <a:schemeClr val="lt1"/>
                        </a:buClr>
                        <a:buSzPts val="1400"/>
                        <a:buFont typeface="Calibri"/>
                        <a:buNone/>
                      </a:pPr>
                      <a:endParaRPr/>
                    </a:p>
                  </a:txBody>
                  <a:tcPr marL="182875" marR="182875" marT="182875" marB="182875"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006633"/>
                    </a:solidFill>
                  </a:tcPr>
                </a:tc>
                <a:tc>
                  <a:txBody>
                    <a:bodyPr/>
                    <a:lstStyle/>
                    <a:p>
                      <a:pPr marL="0" lvl="0" indent="0" algn="ctr" rtl="0">
                        <a:spcBef>
                          <a:spcPts val="0"/>
                        </a:spcBef>
                        <a:spcAft>
                          <a:spcPts val="0"/>
                        </a:spcAft>
                        <a:buNone/>
                      </a:pPr>
                      <a:r>
                        <a:rPr lang="en-US" b="1">
                          <a:solidFill>
                            <a:schemeClr val="lt1"/>
                          </a:solidFill>
                        </a:rPr>
                        <a:t>TITLE OF TABLE HERE</a:t>
                      </a:r>
                      <a:endParaRPr/>
                    </a:p>
                  </a:txBody>
                  <a:tcPr marL="182875" marR="182875" marT="182875" marB="182875"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006633"/>
                    </a:solidFill>
                  </a:tcPr>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Clr>
                          <a:srgbClr val="000000"/>
                        </a:buClr>
                        <a:buSzPts val="1200"/>
                        <a:buFont typeface="Calibri"/>
                        <a:buNone/>
                      </a:pPr>
                      <a:r>
                        <a:rPr lang="en-US" sz="1200" b="1" i="0" u="none" strike="noStrike" cap="none">
                          <a:solidFill>
                            <a:srgbClr val="000000"/>
                          </a:solidFill>
                          <a:latin typeface="Calibri"/>
                          <a:ea typeface="Calibri"/>
                          <a:cs typeface="Calibri"/>
                          <a:sym typeface="Calibri"/>
                        </a:rPr>
                        <a:t>EDIT MASTER ROW HEADER STYLE</a:t>
                      </a:r>
                      <a:endParaRPr sz="1200" b="1"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FCC33"/>
                    </a:solidFill>
                  </a:tcPr>
                </a:tc>
                <a:tc>
                  <a:txBody>
                    <a:bodyPr/>
                    <a:lstStyle/>
                    <a:p>
                      <a:pPr marL="0" marR="0" lvl="0" indent="0" algn="l" rtl="0">
                        <a:lnSpc>
                          <a:spcPct val="100000"/>
                        </a:lnSpc>
                        <a:spcBef>
                          <a:spcPts val="0"/>
                        </a:spcBef>
                        <a:spcAft>
                          <a:spcPts val="0"/>
                        </a:spcAft>
                        <a:buClr>
                          <a:schemeClr val="dk1"/>
                        </a:buClr>
                        <a:buSzPts val="1200"/>
                        <a:buFont typeface="Calibri"/>
                        <a:buNone/>
                      </a:pPr>
                      <a:r>
                        <a:rPr lang="en-US" sz="1200" u="none" strike="noStrike" cap="none"/>
                        <a:t>Edit Master table text styles</a:t>
                      </a:r>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0">
                <a:tc>
                  <a:txBody>
                    <a:bodyPr/>
                    <a:lstStyle/>
                    <a:p>
                      <a:pPr marL="0" marR="0" lvl="0" indent="0" algn="l" rtl="0">
                        <a:lnSpc>
                          <a:spcPct val="100000"/>
                        </a:lnSpc>
                        <a:spcBef>
                          <a:spcPts val="0"/>
                        </a:spcBef>
                        <a:spcAft>
                          <a:spcPts val="0"/>
                        </a:spcAft>
                        <a:buClr>
                          <a:srgbClr val="000000"/>
                        </a:buClr>
                        <a:buSzPts val="1200"/>
                        <a:buFont typeface="Calibri"/>
                        <a:buNone/>
                      </a:pPr>
                      <a:r>
                        <a:rPr lang="en-US" sz="1200" b="1" i="0" u="none" strike="noStrike" cap="none">
                          <a:solidFill>
                            <a:srgbClr val="000000"/>
                          </a:solidFill>
                          <a:latin typeface="Calibri"/>
                          <a:ea typeface="Calibri"/>
                          <a:cs typeface="Calibri"/>
                          <a:sym typeface="Calibri"/>
                        </a:rPr>
                        <a:t>EDIT MASTER ROW HEADER STYLE</a:t>
                      </a:r>
                      <a:endParaRPr sz="1200" b="1"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FCC33"/>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0">
                <a:tc>
                  <a:txBody>
                    <a:bodyPr/>
                    <a:lstStyle/>
                    <a:p>
                      <a:pPr marL="0" marR="0" lvl="0" indent="0" algn="l" rtl="0">
                        <a:lnSpc>
                          <a:spcPct val="100000"/>
                        </a:lnSpc>
                        <a:spcBef>
                          <a:spcPts val="0"/>
                        </a:spcBef>
                        <a:spcAft>
                          <a:spcPts val="0"/>
                        </a:spcAft>
                        <a:buClr>
                          <a:srgbClr val="000000"/>
                        </a:buClr>
                        <a:buSzPts val="1200"/>
                        <a:buFont typeface="Calibri"/>
                        <a:buNone/>
                      </a:pPr>
                      <a:r>
                        <a:rPr lang="en-US" sz="1200" b="1" i="0" u="none" strike="noStrike" cap="none">
                          <a:solidFill>
                            <a:srgbClr val="000000"/>
                          </a:solidFill>
                          <a:latin typeface="Calibri"/>
                          <a:ea typeface="Calibri"/>
                          <a:cs typeface="Calibri"/>
                          <a:sym typeface="Calibri"/>
                        </a:rPr>
                        <a:t>EDIT MASTER ROW HEADER STYLE</a:t>
                      </a:r>
                      <a:endParaRPr sz="1200" b="1"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FCC33"/>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0">
                <a:tc>
                  <a:txBody>
                    <a:bodyPr/>
                    <a:lstStyle/>
                    <a:p>
                      <a:pPr marL="0" marR="0" lvl="0" indent="0" algn="l" rtl="0">
                        <a:lnSpc>
                          <a:spcPct val="100000"/>
                        </a:lnSpc>
                        <a:spcBef>
                          <a:spcPts val="0"/>
                        </a:spcBef>
                        <a:spcAft>
                          <a:spcPts val="0"/>
                        </a:spcAft>
                        <a:buClr>
                          <a:srgbClr val="000000"/>
                        </a:buClr>
                        <a:buSzPts val="1200"/>
                        <a:buFont typeface="Calibri"/>
                        <a:buNone/>
                      </a:pPr>
                      <a:r>
                        <a:rPr lang="en-US" sz="1200" b="1" i="0" u="none" strike="noStrike" cap="none">
                          <a:solidFill>
                            <a:srgbClr val="000000"/>
                          </a:solidFill>
                          <a:latin typeface="Calibri"/>
                          <a:ea typeface="Calibri"/>
                          <a:cs typeface="Calibri"/>
                          <a:sym typeface="Calibri"/>
                        </a:rPr>
                        <a:t>EDIT MASTER ROW HEADER STYLE</a:t>
                      </a:r>
                      <a:endParaRPr sz="1200" b="1"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FCC33"/>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0">
                <a:tc>
                  <a:txBody>
                    <a:bodyPr/>
                    <a:lstStyle/>
                    <a:p>
                      <a:pPr marL="0" marR="0" lvl="0" indent="0" algn="l" rtl="0">
                        <a:lnSpc>
                          <a:spcPct val="100000"/>
                        </a:lnSpc>
                        <a:spcBef>
                          <a:spcPts val="0"/>
                        </a:spcBef>
                        <a:spcAft>
                          <a:spcPts val="0"/>
                        </a:spcAft>
                        <a:buClr>
                          <a:srgbClr val="000000"/>
                        </a:buClr>
                        <a:buSzPts val="1200"/>
                        <a:buFont typeface="Calibri"/>
                        <a:buNone/>
                      </a:pPr>
                      <a:r>
                        <a:rPr lang="en-US" sz="1200" b="1" i="0" u="none" strike="noStrike" cap="none">
                          <a:solidFill>
                            <a:srgbClr val="000000"/>
                          </a:solidFill>
                          <a:latin typeface="Calibri"/>
                          <a:ea typeface="Calibri"/>
                          <a:cs typeface="Calibri"/>
                          <a:sym typeface="Calibri"/>
                        </a:rPr>
                        <a:t>EDIT MASTER ROW HEADER STYLE</a:t>
                      </a:r>
                      <a:endParaRPr sz="1200" b="1"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FCC33"/>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sz="1200" b="0"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0">
                <a:tc>
                  <a:txBody>
                    <a:bodyPr/>
                    <a:lstStyle/>
                    <a:p>
                      <a:pPr marL="0" marR="0" lvl="0" indent="0" algn="l" rtl="0">
                        <a:lnSpc>
                          <a:spcPct val="100000"/>
                        </a:lnSpc>
                        <a:spcBef>
                          <a:spcPts val="0"/>
                        </a:spcBef>
                        <a:spcAft>
                          <a:spcPts val="0"/>
                        </a:spcAft>
                        <a:buClr>
                          <a:srgbClr val="000000"/>
                        </a:buClr>
                        <a:buSzPts val="1200"/>
                        <a:buFont typeface="Calibri"/>
                        <a:buNone/>
                      </a:pPr>
                      <a:r>
                        <a:rPr lang="en-US" sz="1200" b="1" i="0" u="none" strike="noStrike" cap="none">
                          <a:solidFill>
                            <a:srgbClr val="000000"/>
                          </a:solidFill>
                          <a:latin typeface="Calibri"/>
                          <a:ea typeface="Calibri"/>
                          <a:cs typeface="Calibri"/>
                          <a:sym typeface="Calibri"/>
                        </a:rPr>
                        <a:t>EDIT MASTER ROW HEADER STYLE</a:t>
                      </a:r>
                      <a:endParaRPr sz="1200" b="1" i="0" u="none" strike="noStrike" cap="none">
                        <a:solidFill>
                          <a:srgbClr val="000000"/>
                        </a:solidFill>
                        <a:latin typeface="Calibri"/>
                        <a:ea typeface="Calibri"/>
                        <a:cs typeface="Calibri"/>
                        <a:sym typeface="Calibri"/>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FCC33"/>
                    </a:solidFill>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Edit Master table text styles</a:t>
                      </a:r>
                      <a:endParaRPr/>
                    </a:p>
                  </a:txBody>
                  <a:tcPr marL="91450" marR="91450" marT="91450" marB="91450" anchor="ctr">
                    <a:lnL w="9525" cap="flat" cmpd="sng">
                      <a:solidFill>
                        <a:srgbClr val="87908F"/>
                      </a:solidFill>
                      <a:prstDash val="solid"/>
                      <a:round/>
                      <a:headEnd type="none" w="sm" len="sm"/>
                      <a:tailEnd type="none" w="sm" len="sm"/>
                    </a:lnL>
                    <a:lnR w="9525" cap="flat" cmpd="sng">
                      <a:solidFill>
                        <a:srgbClr val="87908F"/>
                      </a:solidFill>
                      <a:prstDash val="solid"/>
                      <a:round/>
                      <a:headEnd type="none" w="sm" len="sm"/>
                      <a:tailEnd type="none" w="sm" len="sm"/>
                    </a:lnR>
                    <a:lnT w="9525" cap="flat" cmpd="sng">
                      <a:solidFill>
                        <a:srgbClr val="87908F"/>
                      </a:solidFill>
                      <a:prstDash val="solid"/>
                      <a:round/>
                      <a:headEnd type="none" w="sm" len="sm"/>
                      <a:tailEnd type="none" w="sm" len="sm"/>
                    </a:lnT>
                    <a:lnB w="9525" cap="flat" cmpd="sng">
                      <a:solidFill>
                        <a:srgbClr val="87908F"/>
                      </a:solidFill>
                      <a:prstDash val="solid"/>
                      <a:round/>
                      <a:headEnd type="none" w="sm" len="sm"/>
                      <a:tailEnd type="none" w="sm" len="sm"/>
                    </a:lnB>
                    <a:solidFill>
                      <a:srgbClr val="F2F2F2"/>
                    </a:solidFill>
                  </a:tcPr>
                </a:tc>
                <a:extLst>
                  <a:ext uri="{0D108BD9-81ED-4DB2-BD59-A6C34878D82A}">
                    <a16:rowId xmlns:a16="http://schemas.microsoft.com/office/drawing/2014/main" val="10006"/>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Mason">
      <a:dk1>
        <a:srgbClr val="006633"/>
      </a:dk1>
      <a:lt1>
        <a:srgbClr val="FFFFFF"/>
      </a:lt1>
      <a:dk2>
        <a:srgbClr val="425195"/>
      </a:dk2>
      <a:lt2>
        <a:srgbClr val="A0C9C1"/>
      </a:lt2>
      <a:accent1>
        <a:srgbClr val="00909E"/>
      </a:accent1>
      <a:accent2>
        <a:srgbClr val="AC1D37"/>
      </a:accent2>
      <a:accent3>
        <a:srgbClr val="805732"/>
      </a:accent3>
      <a:accent4>
        <a:srgbClr val="80902B"/>
      </a:accent4>
      <a:accent5>
        <a:srgbClr val="FFCC33"/>
      </a:accent5>
      <a:accent6>
        <a:srgbClr val="D8D8C1"/>
      </a:accent6>
      <a:hlink>
        <a:srgbClr val="F79411"/>
      </a:hlink>
      <a:folHlink>
        <a:srgbClr val="8790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ea035b0b-d4a4-4160-ae0a-32d2cf7a840d" xsi:nil="true"/>
    <lcf76f155ced4ddcb4097134ff3c332f xmlns="7d35bc41-1145-4875-8ed8-4b6586f43481">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CA45C30C308A341BFDAB65976ABB442" ma:contentTypeVersion="17" ma:contentTypeDescription="Create a new document." ma:contentTypeScope="" ma:versionID="eeee7edb6e606ca9c644af75759c4062">
  <xsd:schema xmlns:xsd="http://www.w3.org/2001/XMLSchema" xmlns:xs="http://www.w3.org/2001/XMLSchema" xmlns:p="http://schemas.microsoft.com/office/2006/metadata/properties" xmlns:ns2="7d35bc41-1145-4875-8ed8-4b6586f43481" xmlns:ns3="ea035b0b-d4a4-4160-ae0a-32d2cf7a840d" targetNamespace="http://schemas.microsoft.com/office/2006/metadata/properties" ma:root="true" ma:fieldsID="608f77e83057bc2d9176dc756be9e826" ns2:_="" ns3:_="">
    <xsd:import namespace="7d35bc41-1145-4875-8ed8-4b6586f43481"/>
    <xsd:import namespace="ea035b0b-d4a4-4160-ae0a-32d2cf7a840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AutoKeyPoints" minOccurs="0"/>
                <xsd:element ref="ns2:MediaServiceKeyPoints" minOccurs="0"/>
                <xsd:element ref="ns3:SharedWithUsers" minOccurs="0"/>
                <xsd:element ref="ns3:SharedWithDetails" minOccurs="0"/>
                <xsd:element ref="ns2:MediaServiceGenerationTime" minOccurs="0"/>
                <xsd:element ref="ns2:MediaServiceEventHashCode" minOccurs="0"/>
                <xsd:element ref="ns2:MediaLengthInSeconds" minOccurs="0"/>
                <xsd:element ref="ns2:MediaServiceLocation"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d35bc41-1145-4875-8ed8-4b6586f434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7414def-154c-4d25-b3bb-ada8546948f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ea035b0b-d4a4-4160-ae0a-32d2cf7a840d"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6c72f63-8241-44d9-aece-f266ac0fa368}" ma:internalName="TaxCatchAll" ma:showField="CatchAllData" ma:web="ea035b0b-d4a4-4160-ae0a-32d2cf7a840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20A64D7-DC07-49E6-8411-E59672CE7BB8}">
  <ds:schemaRefs>
    <ds:schemaRef ds:uri="http://schemas.microsoft.com/sharepoint/v3/contenttype/forms"/>
  </ds:schemaRefs>
</ds:datastoreItem>
</file>

<file path=customXml/itemProps2.xml><?xml version="1.0" encoding="utf-8"?>
<ds:datastoreItem xmlns:ds="http://schemas.openxmlformats.org/officeDocument/2006/customXml" ds:itemID="{EBBB1ECE-AFD7-4208-A965-E8724EC834DC}">
  <ds:schemaRefs>
    <ds:schemaRef ds:uri="http://purl.org/dc/dcmitype/"/>
    <ds:schemaRef ds:uri="http://schemas.microsoft.com/office/infopath/2007/PartnerControls"/>
    <ds:schemaRef ds:uri="http://purl.org/dc/elements/1.1/"/>
    <ds:schemaRef ds:uri="http://schemas.microsoft.com/office/2006/metadata/properties"/>
    <ds:schemaRef ds:uri="7d35bc41-1145-4875-8ed8-4b6586f43481"/>
    <ds:schemaRef ds:uri="http://purl.org/dc/terms/"/>
    <ds:schemaRef ds:uri="http://schemas.microsoft.com/office/2006/documentManagement/types"/>
    <ds:schemaRef ds:uri="ea035b0b-d4a4-4160-ae0a-32d2cf7a840d"/>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8076C0E0-66E3-4F9F-9D1B-306142ACFF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d35bc41-1145-4875-8ed8-4b6586f43481"/>
    <ds:schemaRef ds:uri="ea035b0b-d4a4-4160-ae0a-32d2cf7a840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128</TotalTime>
  <Words>2405</Words>
  <Application>Microsoft Office PowerPoint</Application>
  <PresentationFormat>Widescreen</PresentationFormat>
  <Paragraphs>172</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How to Use the Mason PPT Template</vt:lpstr>
      <vt:lpstr>AIT-736 Applied Machine Learning</vt:lpstr>
      <vt:lpstr>Section Header: Update this to create a slide title</vt:lpstr>
      <vt:lpstr>Title with subtitle and text boxes. Update the text in this title box to create a slide title</vt:lpstr>
      <vt:lpstr>Title and one text box. Update the text in this title box to create a slide title</vt:lpstr>
      <vt:lpstr>2-Text Column Slide: Update the text in this title box to create a slide title</vt:lpstr>
      <vt:lpstr>2-Columns with Text Headings: Update the text in this title box to create a slide title</vt:lpstr>
      <vt:lpstr>2 Text Columns, Different Font Size: Update the text in this title box to create a slide title</vt:lpstr>
      <vt:lpstr>Update the text in this title box to create a slide title</vt:lpstr>
      <vt:lpstr>Table Type 1:Update the text in this title box to create a slide titleUpdate the text in this title box to create a slide title</vt:lpstr>
      <vt:lpstr>Table Type 2:Update the text in this title box to create a slide title</vt:lpstr>
      <vt:lpstr>Table Type 3:Update the text in this title box to create a slide title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Mason PPT Template</dc:title>
  <dc:creator>Microsoft Office User</dc:creator>
  <cp:lastModifiedBy>Shanahan, Jon</cp:lastModifiedBy>
  <cp:revision>21</cp:revision>
  <dcterms:created xsi:type="dcterms:W3CDTF">2019-06-26T16:02:10Z</dcterms:created>
  <dcterms:modified xsi:type="dcterms:W3CDTF">2023-01-04T18:36:59Z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0x010100DCA45C30C308A341BFDAB65976ABB442</vt:lpwstr>
  </property>
  <property fmtid="{D5CDD505-2E9C-101B-9397-08002B2CF9AE}" pid="3" name="MediaServiceImageTags">
    <vt:lpwstr/>
  </property>
</Properties>
</file>