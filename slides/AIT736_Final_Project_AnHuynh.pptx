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4"/>
  </p:notesMasterIdLst>
  <p:sldIdLst>
    <p:sldId id="256" r:id="rId5"/>
    <p:sldId id="268" r:id="rId6"/>
    <p:sldId id="261" r:id="rId7"/>
    <p:sldId id="257" r:id="rId8"/>
    <p:sldId id="262" r:id="rId9"/>
    <p:sldId id="272" r:id="rId10"/>
    <p:sldId id="270" r:id="rId11"/>
    <p:sldId id="273" r:id="rId12"/>
    <p:sldId id="274" r:id="rId13"/>
    <p:sldId id="271" r:id="rId14"/>
    <p:sldId id="275" r:id="rId15"/>
    <p:sldId id="276" r:id="rId16"/>
    <p:sldId id="277" r:id="rId17"/>
    <p:sldId id="278" r:id="rId18"/>
    <p:sldId id="279" r:id="rId19"/>
    <p:sldId id="280" r:id="rId20"/>
    <p:sldId id="258" r:id="rId21"/>
    <p:sldId id="259" r:id="rId22"/>
    <p:sldId id="260"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r:id="rId25" roundtripDataSignature="AMtx7mjoA08xUQFmVkTcOpqRfxDqbGkKo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909E"/>
    <a:srgbClr val="FFFFFF"/>
    <a:srgbClr val="0066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6CCB7F-4684-4FCC-9D44-4E04CBA3B522}" v="10" dt="2023-01-04T18:36:53.197"/>
  </p1510:revLst>
</p1510:revInfo>
</file>

<file path=ppt/tableStyles.xml><?xml version="1.0" encoding="utf-8"?>
<a:tblStyleLst xmlns:a="http://schemas.openxmlformats.org/drawingml/2006/main" def="{9FC0CF5B-8249-4F8D-B440-F45ADADE8D9B}">
  <a:tblStyle styleId="{9FC0CF5B-8249-4F8D-B440-F45ADADE8D9B}"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431"/>
    <p:restoredTop sz="95659" autoAdjust="0"/>
  </p:normalViewPr>
  <p:slideViewPr>
    <p:cSldViewPr snapToGrid="0">
      <p:cViewPr varScale="1">
        <p:scale>
          <a:sx n="95" d="100"/>
          <a:sy n="95" d="100"/>
        </p:scale>
        <p:origin x="2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ahan, Jon" userId="2ec754d5-76a3-4390-93c8-428635879826" providerId="ADAL" clId="{27547176-8271-4207-8A47-69F079D4FB75}"/>
    <pc:docChg chg="custSel modSld">
      <pc:chgData name="Shanahan, Jon" userId="2ec754d5-76a3-4390-93c8-428635879826" providerId="ADAL" clId="{27547176-8271-4207-8A47-69F079D4FB75}" dt="2022-04-27T19:49:41.453" v="92" actId="6549"/>
      <pc:docMkLst>
        <pc:docMk/>
      </pc:docMkLst>
      <pc:sldChg chg="modSp mod">
        <pc:chgData name="Shanahan, Jon" userId="2ec754d5-76a3-4390-93c8-428635879826" providerId="ADAL" clId="{27547176-8271-4207-8A47-69F079D4FB75}" dt="2022-04-27T19:49:41.453" v="92" actId="6549"/>
        <pc:sldMkLst>
          <pc:docMk/>
          <pc:sldMk cId="3325777614" sldId="268"/>
        </pc:sldMkLst>
        <pc:spChg chg="mod">
          <ac:chgData name="Shanahan, Jon" userId="2ec754d5-76a3-4390-93c8-428635879826" providerId="ADAL" clId="{27547176-8271-4207-8A47-69F079D4FB75}" dt="2022-04-27T19:49:28.291" v="76" actId="20577"/>
          <ac:spMkLst>
            <pc:docMk/>
            <pc:sldMk cId="3325777614" sldId="268"/>
            <ac:spMk id="60" creationId="{00000000-0000-0000-0000-000000000000}"/>
          </ac:spMkLst>
        </pc:spChg>
        <pc:spChg chg="mod">
          <ac:chgData name="Shanahan, Jon" userId="2ec754d5-76a3-4390-93c8-428635879826" providerId="ADAL" clId="{27547176-8271-4207-8A47-69F079D4FB75}" dt="2022-04-27T19:49:41.453" v="92" actId="6549"/>
          <ac:spMkLst>
            <pc:docMk/>
            <pc:sldMk cId="3325777614" sldId="268"/>
            <ac:spMk id="61" creationId="{00000000-0000-0000-0000-000000000000}"/>
          </ac:spMkLst>
        </pc:spChg>
      </pc:sldChg>
    </pc:docChg>
  </pc:docChgLst>
  <pc:docChgLst>
    <pc:chgData name="Shanahan, Jon" userId="2ec754d5-76a3-4390-93c8-428635879826" providerId="ADAL" clId="{888F7783-4083-44DC-8A02-E4F62F4C3ED0}"/>
    <pc:docChg chg="undo custSel modSld">
      <pc:chgData name="Shanahan, Jon" userId="2ec754d5-76a3-4390-93c8-428635879826" providerId="ADAL" clId="{888F7783-4083-44DC-8A02-E4F62F4C3ED0}" dt="2022-10-05T14:13:14.299" v="15" actId="27636"/>
      <pc:docMkLst>
        <pc:docMk/>
      </pc:docMkLst>
      <pc:sldChg chg="modSp mod">
        <pc:chgData name="Shanahan, Jon" userId="2ec754d5-76a3-4390-93c8-428635879826" providerId="ADAL" clId="{888F7783-4083-44DC-8A02-E4F62F4C3ED0}" dt="2022-10-05T14:13:14.299" v="15" actId="27636"/>
        <pc:sldMkLst>
          <pc:docMk/>
          <pc:sldMk cId="3325777614" sldId="268"/>
        </pc:sldMkLst>
        <pc:spChg chg="mod">
          <ac:chgData name="Shanahan, Jon" userId="2ec754d5-76a3-4390-93c8-428635879826" providerId="ADAL" clId="{888F7783-4083-44DC-8A02-E4F62F4C3ED0}" dt="2022-10-05T14:13:14.299" v="15" actId="27636"/>
          <ac:spMkLst>
            <pc:docMk/>
            <pc:sldMk cId="3325777614" sldId="268"/>
            <ac:spMk id="61" creationId="{00000000-0000-0000-0000-000000000000}"/>
          </ac:spMkLst>
        </pc:spChg>
      </pc:sldChg>
    </pc:docChg>
  </pc:docChgLst>
  <pc:docChgLst>
    <pc:chgData name="Shanahan, Jon" userId="2ec754d5-76a3-4390-93c8-428635879826" providerId="ADAL" clId="{3F238C4E-E59B-4379-B68A-9CE8E865C00D}"/>
    <pc:docChg chg="undo custSel modSld modMainMaster">
      <pc:chgData name="Shanahan, Jon" userId="2ec754d5-76a3-4390-93c8-428635879826" providerId="ADAL" clId="{3F238C4E-E59B-4379-B68A-9CE8E865C00D}" dt="2022-09-08T20:00:33.575" v="178" actId="20577"/>
      <pc:docMkLst>
        <pc:docMk/>
      </pc:docMkLst>
      <pc:sldChg chg="modSp mod">
        <pc:chgData name="Shanahan, Jon" userId="2ec754d5-76a3-4390-93c8-428635879826" providerId="ADAL" clId="{3F238C4E-E59B-4379-B68A-9CE8E865C00D}" dt="2022-09-08T20:00:33.575" v="178" actId="20577"/>
        <pc:sldMkLst>
          <pc:docMk/>
          <pc:sldMk cId="0" sldId="256"/>
        </pc:sldMkLst>
        <pc:spChg chg="mod">
          <ac:chgData name="Shanahan, Jon" userId="2ec754d5-76a3-4390-93c8-428635879826" providerId="ADAL" clId="{3F238C4E-E59B-4379-B68A-9CE8E865C00D}" dt="2022-09-08T20:00:33.575" v="178" actId="20577"/>
          <ac:spMkLst>
            <pc:docMk/>
            <pc:sldMk cId="0" sldId="256"/>
            <ac:spMk id="3" creationId="{00000000-0000-0000-0000-000000000000}"/>
          </ac:spMkLst>
        </pc:spChg>
      </pc:sldChg>
      <pc:sldChg chg="modSp mod">
        <pc:chgData name="Shanahan, Jon" userId="2ec754d5-76a3-4390-93c8-428635879826" providerId="ADAL" clId="{3F238C4E-E59B-4379-B68A-9CE8E865C00D}" dt="2022-08-18T18:49:23.858" v="30" actId="20577"/>
        <pc:sldMkLst>
          <pc:docMk/>
          <pc:sldMk cId="3325777614" sldId="268"/>
        </pc:sldMkLst>
        <pc:spChg chg="mod">
          <ac:chgData name="Shanahan, Jon" userId="2ec754d5-76a3-4390-93c8-428635879826" providerId="ADAL" clId="{3F238C4E-E59B-4379-B68A-9CE8E865C00D}" dt="2022-08-18T18:49:23.858" v="30" actId="20577"/>
          <ac:spMkLst>
            <pc:docMk/>
            <pc:sldMk cId="3325777614" sldId="268"/>
            <ac:spMk id="61" creationId="{00000000-0000-0000-0000-000000000000}"/>
          </ac:spMkLst>
        </pc:spChg>
      </pc:sldChg>
      <pc:sldMasterChg chg="modSldLayout">
        <pc:chgData name="Shanahan, Jon" userId="2ec754d5-76a3-4390-93c8-428635879826" providerId="ADAL" clId="{3F238C4E-E59B-4379-B68A-9CE8E865C00D}" dt="2022-08-19T12:06:35.875" v="43" actId="14100"/>
        <pc:sldMasterMkLst>
          <pc:docMk/>
          <pc:sldMasterMk cId="0" sldId="2147483648"/>
        </pc:sldMasterMkLst>
        <pc:sldLayoutChg chg="modSp mod">
          <pc:chgData name="Shanahan, Jon" userId="2ec754d5-76a3-4390-93c8-428635879826" providerId="ADAL" clId="{3F238C4E-E59B-4379-B68A-9CE8E865C00D}" dt="2022-08-19T12:03:21.639" v="32" actId="14100"/>
          <pc:sldLayoutMkLst>
            <pc:docMk/>
            <pc:sldMasterMk cId="0" sldId="2147483648"/>
            <pc:sldLayoutMk cId="0" sldId="2147483649"/>
          </pc:sldLayoutMkLst>
          <pc:spChg chg="mod">
            <ac:chgData name="Shanahan, Jon" userId="2ec754d5-76a3-4390-93c8-428635879826" providerId="ADAL" clId="{3F238C4E-E59B-4379-B68A-9CE8E865C00D}" dt="2022-08-19T12:02:51.260" v="31" actId="14100"/>
            <ac:spMkLst>
              <pc:docMk/>
              <pc:sldMasterMk cId="0" sldId="2147483648"/>
              <pc:sldLayoutMk cId="0" sldId="2147483649"/>
              <ac:spMk id="14" creationId="{00000000-0000-0000-0000-000000000000}"/>
            </ac:spMkLst>
          </pc:spChg>
          <pc:spChg chg="mod">
            <ac:chgData name="Shanahan, Jon" userId="2ec754d5-76a3-4390-93c8-428635879826" providerId="ADAL" clId="{3F238C4E-E59B-4379-B68A-9CE8E865C00D}" dt="2022-08-19T12:03:21.639" v="32" actId="14100"/>
            <ac:spMkLst>
              <pc:docMk/>
              <pc:sldMasterMk cId="0" sldId="2147483648"/>
              <pc:sldLayoutMk cId="0" sldId="2147483649"/>
              <ac:spMk id="15" creationId="{00000000-0000-0000-0000-000000000000}"/>
            </ac:spMkLst>
          </pc:spChg>
        </pc:sldLayoutChg>
        <pc:sldLayoutChg chg="modSp mod">
          <pc:chgData name="Shanahan, Jon" userId="2ec754d5-76a3-4390-93c8-428635879826" providerId="ADAL" clId="{3F238C4E-E59B-4379-B68A-9CE8E865C00D}" dt="2022-08-19T12:05:20.739" v="37" actId="14100"/>
          <pc:sldLayoutMkLst>
            <pc:docMk/>
            <pc:sldMasterMk cId="0" sldId="2147483648"/>
            <pc:sldLayoutMk cId="0" sldId="2147483650"/>
          </pc:sldLayoutMkLst>
          <pc:spChg chg="mod">
            <ac:chgData name="Shanahan, Jon" userId="2ec754d5-76a3-4390-93c8-428635879826" providerId="ADAL" clId="{3F238C4E-E59B-4379-B68A-9CE8E865C00D}" dt="2022-08-19T12:05:20.739" v="37" actId="14100"/>
            <ac:spMkLst>
              <pc:docMk/>
              <pc:sldMasterMk cId="0" sldId="2147483648"/>
              <pc:sldLayoutMk cId="0" sldId="2147483650"/>
              <ac:spMk id="17" creationId="{00000000-0000-0000-0000-000000000000}"/>
            </ac:spMkLst>
          </pc:spChg>
        </pc:sldLayoutChg>
        <pc:sldLayoutChg chg="modSp mod">
          <pc:chgData name="Shanahan, Jon" userId="2ec754d5-76a3-4390-93c8-428635879826" providerId="ADAL" clId="{3F238C4E-E59B-4379-B68A-9CE8E865C00D}" dt="2022-08-19T12:05:27.787" v="38" actId="14100"/>
          <pc:sldLayoutMkLst>
            <pc:docMk/>
            <pc:sldMasterMk cId="0" sldId="2147483648"/>
            <pc:sldLayoutMk cId="0" sldId="2147483652"/>
          </pc:sldLayoutMkLst>
          <pc:spChg chg="mod">
            <ac:chgData name="Shanahan, Jon" userId="2ec754d5-76a3-4390-93c8-428635879826" providerId="ADAL" clId="{3F238C4E-E59B-4379-B68A-9CE8E865C00D}" dt="2022-08-19T12:05:27.787" v="38" actId="14100"/>
            <ac:spMkLst>
              <pc:docMk/>
              <pc:sldMasterMk cId="0" sldId="2147483648"/>
              <pc:sldLayoutMk cId="0" sldId="2147483652"/>
              <ac:spMk id="23" creationId="{00000000-0000-0000-0000-000000000000}"/>
            </ac:spMkLst>
          </pc:spChg>
        </pc:sldLayoutChg>
        <pc:sldLayoutChg chg="modSp mod">
          <pc:chgData name="Shanahan, Jon" userId="2ec754d5-76a3-4390-93c8-428635879826" providerId="ADAL" clId="{3F238C4E-E59B-4379-B68A-9CE8E865C00D}" dt="2022-08-19T12:05:15.082" v="36" actId="14100"/>
          <pc:sldLayoutMkLst>
            <pc:docMk/>
            <pc:sldMasterMk cId="0" sldId="2147483648"/>
            <pc:sldLayoutMk cId="0" sldId="2147483653"/>
          </pc:sldLayoutMkLst>
          <pc:spChg chg="mod">
            <ac:chgData name="Shanahan, Jon" userId="2ec754d5-76a3-4390-93c8-428635879826" providerId="ADAL" clId="{3F238C4E-E59B-4379-B68A-9CE8E865C00D}" dt="2022-08-19T12:05:11.743" v="35" actId="14100"/>
            <ac:spMkLst>
              <pc:docMk/>
              <pc:sldMasterMk cId="0" sldId="2147483648"/>
              <pc:sldLayoutMk cId="0" sldId="2147483653"/>
              <ac:spMk id="26" creationId="{00000000-0000-0000-0000-000000000000}"/>
            </ac:spMkLst>
          </pc:spChg>
          <pc:spChg chg="mod">
            <ac:chgData name="Shanahan, Jon" userId="2ec754d5-76a3-4390-93c8-428635879826" providerId="ADAL" clId="{3F238C4E-E59B-4379-B68A-9CE8E865C00D}" dt="2022-08-19T12:05:15.082" v="36" actId="14100"/>
            <ac:spMkLst>
              <pc:docMk/>
              <pc:sldMasterMk cId="0" sldId="2147483648"/>
              <pc:sldLayoutMk cId="0" sldId="2147483653"/>
              <ac:spMk id="27" creationId="{00000000-0000-0000-0000-000000000000}"/>
            </ac:spMkLst>
          </pc:spChg>
        </pc:sldLayoutChg>
        <pc:sldLayoutChg chg="modSp mod">
          <pc:chgData name="Shanahan, Jon" userId="2ec754d5-76a3-4390-93c8-428635879826" providerId="ADAL" clId="{3F238C4E-E59B-4379-B68A-9CE8E865C00D}" dt="2022-08-19T12:05:54.763" v="40" actId="14100"/>
          <pc:sldLayoutMkLst>
            <pc:docMk/>
            <pc:sldMasterMk cId="0" sldId="2147483648"/>
            <pc:sldLayoutMk cId="0" sldId="2147483654"/>
          </pc:sldLayoutMkLst>
          <pc:spChg chg="mod">
            <ac:chgData name="Shanahan, Jon" userId="2ec754d5-76a3-4390-93c8-428635879826" providerId="ADAL" clId="{3F238C4E-E59B-4379-B68A-9CE8E865C00D}" dt="2022-08-19T12:05:51.891" v="39" actId="14100"/>
            <ac:spMkLst>
              <pc:docMk/>
              <pc:sldMasterMk cId="0" sldId="2147483648"/>
              <pc:sldLayoutMk cId="0" sldId="2147483654"/>
              <ac:spMk id="30" creationId="{00000000-0000-0000-0000-000000000000}"/>
            </ac:spMkLst>
          </pc:spChg>
          <pc:spChg chg="mod">
            <ac:chgData name="Shanahan, Jon" userId="2ec754d5-76a3-4390-93c8-428635879826" providerId="ADAL" clId="{3F238C4E-E59B-4379-B68A-9CE8E865C00D}" dt="2022-08-19T12:05:54.763" v="40" actId="14100"/>
            <ac:spMkLst>
              <pc:docMk/>
              <pc:sldMasterMk cId="0" sldId="2147483648"/>
              <pc:sldLayoutMk cId="0" sldId="2147483654"/>
              <ac:spMk id="32" creationId="{00000000-0000-0000-0000-000000000000}"/>
            </ac:spMkLst>
          </pc:spChg>
        </pc:sldLayoutChg>
        <pc:sldLayoutChg chg="modSp mod">
          <pc:chgData name="Shanahan, Jon" userId="2ec754d5-76a3-4390-93c8-428635879826" providerId="ADAL" clId="{3F238C4E-E59B-4379-B68A-9CE8E865C00D}" dt="2022-08-19T12:06:01.417" v="42" actId="14100"/>
          <pc:sldLayoutMkLst>
            <pc:docMk/>
            <pc:sldMasterMk cId="0" sldId="2147483648"/>
            <pc:sldLayoutMk cId="0" sldId="2147483656"/>
          </pc:sldLayoutMkLst>
          <pc:spChg chg="mod">
            <ac:chgData name="Shanahan, Jon" userId="2ec754d5-76a3-4390-93c8-428635879826" providerId="ADAL" clId="{3F238C4E-E59B-4379-B68A-9CE8E865C00D}" dt="2022-08-19T12:06:01.417" v="42" actId="14100"/>
            <ac:spMkLst>
              <pc:docMk/>
              <pc:sldMasterMk cId="0" sldId="2147483648"/>
              <pc:sldLayoutMk cId="0" sldId="2147483656"/>
              <ac:spMk id="38" creationId="{00000000-0000-0000-0000-000000000000}"/>
            </ac:spMkLst>
          </pc:spChg>
          <pc:spChg chg="mod">
            <ac:chgData name="Shanahan, Jon" userId="2ec754d5-76a3-4390-93c8-428635879826" providerId="ADAL" clId="{3F238C4E-E59B-4379-B68A-9CE8E865C00D}" dt="2022-08-19T12:05:58.716" v="41" actId="14100"/>
            <ac:spMkLst>
              <pc:docMk/>
              <pc:sldMasterMk cId="0" sldId="2147483648"/>
              <pc:sldLayoutMk cId="0" sldId="2147483656"/>
              <ac:spMk id="39" creationId="{00000000-0000-0000-0000-000000000000}"/>
            </ac:spMkLst>
          </pc:spChg>
        </pc:sldLayoutChg>
        <pc:sldLayoutChg chg="modSp mod">
          <pc:chgData name="Shanahan, Jon" userId="2ec754d5-76a3-4390-93c8-428635879826" providerId="ADAL" clId="{3F238C4E-E59B-4379-B68A-9CE8E865C00D}" dt="2022-08-19T12:06:35.875" v="43" actId="14100"/>
          <pc:sldLayoutMkLst>
            <pc:docMk/>
            <pc:sldMasterMk cId="0" sldId="2147483648"/>
            <pc:sldLayoutMk cId="0" sldId="2147483657"/>
          </pc:sldLayoutMkLst>
          <pc:spChg chg="mod">
            <ac:chgData name="Shanahan, Jon" userId="2ec754d5-76a3-4390-93c8-428635879826" providerId="ADAL" clId="{3F238C4E-E59B-4379-B68A-9CE8E865C00D}" dt="2022-08-19T12:06:35.875" v="43" actId="14100"/>
            <ac:spMkLst>
              <pc:docMk/>
              <pc:sldMasterMk cId="0" sldId="2147483648"/>
              <pc:sldLayoutMk cId="0" sldId="2147483657"/>
              <ac:spMk id="43" creationId="{00000000-0000-0000-0000-000000000000}"/>
            </ac:spMkLst>
          </pc:spChg>
        </pc:sldLayoutChg>
      </pc:sldMasterChg>
    </pc:docChg>
  </pc:docChgLst>
  <pc:docChgLst>
    <pc:chgData name="Shanahan, Jon" userId="2ec754d5-76a3-4390-93c8-428635879826" providerId="ADAL" clId="{9CCA1F82-7223-4FEE-A4C8-3D9DD14BA371}"/>
    <pc:docChg chg="undo custSel modSld">
      <pc:chgData name="Shanahan, Jon" userId="2ec754d5-76a3-4390-93c8-428635879826" providerId="ADAL" clId="{9CCA1F82-7223-4FEE-A4C8-3D9DD14BA371}" dt="2022-05-20T13:22:20.727" v="88" actId="14100"/>
      <pc:docMkLst>
        <pc:docMk/>
      </pc:docMkLst>
      <pc:sldChg chg="modSp mod">
        <pc:chgData name="Shanahan, Jon" userId="2ec754d5-76a3-4390-93c8-428635879826" providerId="ADAL" clId="{9CCA1F82-7223-4FEE-A4C8-3D9DD14BA371}" dt="2022-05-20T13:22:20.727" v="88" actId="14100"/>
        <pc:sldMkLst>
          <pc:docMk/>
          <pc:sldMk cId="3325777614" sldId="268"/>
        </pc:sldMkLst>
        <pc:spChg chg="mod">
          <ac:chgData name="Shanahan, Jon" userId="2ec754d5-76a3-4390-93c8-428635879826" providerId="ADAL" clId="{9CCA1F82-7223-4FEE-A4C8-3D9DD14BA371}" dt="2022-05-20T13:22:20.727" v="88" actId="14100"/>
          <ac:spMkLst>
            <pc:docMk/>
            <pc:sldMk cId="3325777614" sldId="268"/>
            <ac:spMk id="61" creationId="{00000000-0000-0000-0000-000000000000}"/>
          </ac:spMkLst>
        </pc:spChg>
      </pc:sldChg>
    </pc:docChg>
  </pc:docChgLst>
  <pc:docChgLst>
    <pc:chgData name="Shanahan, Jon" userId="2ec754d5-76a3-4390-93c8-428635879826" providerId="ADAL" clId="{6C0DE4B0-26B5-49C3-888B-25713DC6B07F}"/>
    <pc:docChg chg="modSld">
      <pc:chgData name="Shanahan, Jon" userId="2ec754d5-76a3-4390-93c8-428635879826" providerId="ADAL" clId="{6C0DE4B0-26B5-49C3-888B-25713DC6B07F}" dt="2022-07-19T19:38:24.070" v="31" actId="20577"/>
      <pc:docMkLst>
        <pc:docMk/>
      </pc:docMkLst>
      <pc:sldChg chg="modSp mod">
        <pc:chgData name="Shanahan, Jon" userId="2ec754d5-76a3-4390-93c8-428635879826" providerId="ADAL" clId="{6C0DE4B0-26B5-49C3-888B-25713DC6B07F}" dt="2022-07-19T19:38:24.070" v="31" actId="20577"/>
        <pc:sldMkLst>
          <pc:docMk/>
          <pc:sldMk cId="3325777614" sldId="268"/>
        </pc:sldMkLst>
        <pc:spChg chg="mod">
          <ac:chgData name="Shanahan, Jon" userId="2ec754d5-76a3-4390-93c8-428635879826" providerId="ADAL" clId="{6C0DE4B0-26B5-49C3-888B-25713DC6B07F}" dt="2022-07-19T19:38:24.070" v="31" actId="20577"/>
          <ac:spMkLst>
            <pc:docMk/>
            <pc:sldMk cId="3325777614" sldId="268"/>
            <ac:spMk id="60" creationId="{00000000-0000-0000-0000-000000000000}"/>
          </ac:spMkLst>
        </pc:spChg>
      </pc:sldChg>
    </pc:docChg>
  </pc:docChgLst>
  <pc:docChgLst>
    <pc:chgData name="Shanahan, Jon" userId="2ec754d5-76a3-4390-93c8-428635879826" providerId="ADAL" clId="{326CCB7F-4684-4FCC-9D44-4E04CBA3B522}"/>
    <pc:docChg chg="undo redo custSel modSld sldOrd">
      <pc:chgData name="Shanahan, Jon" userId="2ec754d5-76a3-4390-93c8-428635879826" providerId="ADAL" clId="{326CCB7F-4684-4FCC-9D44-4E04CBA3B522}" dt="2023-01-04T18:36:53.197" v="1565"/>
      <pc:docMkLst>
        <pc:docMk/>
      </pc:docMkLst>
      <pc:sldChg chg="modSp mod">
        <pc:chgData name="Shanahan, Jon" userId="2ec754d5-76a3-4390-93c8-428635879826" providerId="ADAL" clId="{326CCB7F-4684-4FCC-9D44-4E04CBA3B522}" dt="2023-01-04T18:27:02.736" v="1151" actId="962"/>
        <pc:sldMkLst>
          <pc:docMk/>
          <pc:sldMk cId="0" sldId="256"/>
        </pc:sldMkLst>
        <pc:spChg chg="mod">
          <ac:chgData name="Shanahan, Jon" userId="2ec754d5-76a3-4390-93c8-428635879826" providerId="ADAL" clId="{326CCB7F-4684-4FCC-9D44-4E04CBA3B522}" dt="2023-01-04T17:48:45.493" v="634" actId="20577"/>
          <ac:spMkLst>
            <pc:docMk/>
            <pc:sldMk cId="0" sldId="256"/>
            <ac:spMk id="3" creationId="{00000000-0000-0000-0000-000000000000}"/>
          </ac:spMkLst>
        </pc:spChg>
        <pc:picChg chg="mod">
          <ac:chgData name="Shanahan, Jon" userId="2ec754d5-76a3-4390-93c8-428635879826" providerId="ADAL" clId="{326CCB7F-4684-4FCC-9D44-4E04CBA3B522}" dt="2023-01-04T18:27:02.736" v="1151" actId="962"/>
          <ac:picMkLst>
            <pc:docMk/>
            <pc:sldMk cId="0" sldId="256"/>
            <ac:picMk id="4" creationId="{00000000-0000-0000-0000-000000000000}"/>
          </ac:picMkLst>
        </pc:picChg>
      </pc:sldChg>
      <pc:sldChg chg="modSp mod ord modNotesTx">
        <pc:chgData name="Shanahan, Jon" userId="2ec754d5-76a3-4390-93c8-428635879826" providerId="ADAL" clId="{326CCB7F-4684-4FCC-9D44-4E04CBA3B522}" dt="2023-01-04T18:36:53.197" v="1565"/>
        <pc:sldMkLst>
          <pc:docMk/>
          <pc:sldMk cId="0" sldId="257"/>
        </pc:sldMkLst>
        <pc:spChg chg="mod">
          <ac:chgData name="Shanahan, Jon" userId="2ec754d5-76a3-4390-93c8-428635879826" providerId="ADAL" clId="{326CCB7F-4684-4FCC-9D44-4E04CBA3B522}" dt="2023-01-04T18:36:53.197" v="1565"/>
          <ac:spMkLst>
            <pc:docMk/>
            <pc:sldMk cId="0" sldId="257"/>
            <ac:spMk id="68" creationId="{00000000-0000-0000-0000-000000000000}"/>
          </ac:spMkLst>
        </pc:spChg>
      </pc:sldChg>
      <pc:sldChg chg="modSp mod">
        <pc:chgData name="Shanahan, Jon" userId="2ec754d5-76a3-4390-93c8-428635879826" providerId="ADAL" clId="{326CCB7F-4684-4FCC-9D44-4E04CBA3B522}" dt="2023-01-04T18:36:53.197" v="1565"/>
        <pc:sldMkLst>
          <pc:docMk/>
          <pc:sldMk cId="0" sldId="258"/>
        </pc:sldMkLst>
        <pc:spChg chg="mod">
          <ac:chgData name="Shanahan, Jon" userId="2ec754d5-76a3-4390-93c8-428635879826" providerId="ADAL" clId="{326CCB7F-4684-4FCC-9D44-4E04CBA3B522}" dt="2023-01-04T18:36:53.197" v="1565"/>
          <ac:spMkLst>
            <pc:docMk/>
            <pc:sldMk cId="0" sldId="258"/>
            <ac:spMk id="73" creationId="{00000000-0000-0000-0000-000000000000}"/>
          </ac:spMkLst>
        </pc:spChg>
        <pc:graphicFrameChg chg="mod modGraphic">
          <ac:chgData name="Shanahan, Jon" userId="2ec754d5-76a3-4390-93c8-428635879826" providerId="ADAL" clId="{326CCB7F-4684-4FCC-9D44-4E04CBA3B522}" dt="2023-01-04T17:50:08.812" v="658" actId="404"/>
          <ac:graphicFrameMkLst>
            <pc:docMk/>
            <pc:sldMk cId="0" sldId="258"/>
            <ac:graphicFrameMk id="74" creationId="{00000000-0000-0000-0000-000000000000}"/>
          </ac:graphicFrameMkLst>
        </pc:graphicFrameChg>
      </pc:sldChg>
      <pc:sldChg chg="modSp mod">
        <pc:chgData name="Shanahan, Jon" userId="2ec754d5-76a3-4390-93c8-428635879826" providerId="ADAL" clId="{326CCB7F-4684-4FCC-9D44-4E04CBA3B522}" dt="2023-01-04T18:36:53.197" v="1565"/>
        <pc:sldMkLst>
          <pc:docMk/>
          <pc:sldMk cId="0" sldId="259"/>
        </pc:sldMkLst>
        <pc:spChg chg="mod">
          <ac:chgData name="Shanahan, Jon" userId="2ec754d5-76a3-4390-93c8-428635879826" providerId="ADAL" clId="{326CCB7F-4684-4FCC-9D44-4E04CBA3B522}" dt="2023-01-04T18:36:53.197" v="1565"/>
          <ac:spMkLst>
            <pc:docMk/>
            <pc:sldMk cId="0" sldId="259"/>
            <ac:spMk id="79" creationId="{00000000-0000-0000-0000-000000000000}"/>
          </ac:spMkLst>
        </pc:spChg>
      </pc:sldChg>
      <pc:sldChg chg="modSp mod">
        <pc:chgData name="Shanahan, Jon" userId="2ec754d5-76a3-4390-93c8-428635879826" providerId="ADAL" clId="{326CCB7F-4684-4FCC-9D44-4E04CBA3B522}" dt="2023-01-04T18:36:53.197" v="1565"/>
        <pc:sldMkLst>
          <pc:docMk/>
          <pc:sldMk cId="0" sldId="260"/>
        </pc:sldMkLst>
        <pc:spChg chg="mod">
          <ac:chgData name="Shanahan, Jon" userId="2ec754d5-76a3-4390-93c8-428635879826" providerId="ADAL" clId="{326CCB7F-4684-4FCC-9D44-4E04CBA3B522}" dt="2023-01-04T18:36:53.197" v="1565"/>
          <ac:spMkLst>
            <pc:docMk/>
            <pc:sldMk cId="0" sldId="260"/>
            <ac:spMk id="85" creationId="{00000000-0000-0000-0000-000000000000}"/>
          </ac:spMkLst>
        </pc:spChg>
      </pc:sldChg>
      <pc:sldChg chg="modSp mod ord modNotesTx">
        <pc:chgData name="Shanahan, Jon" userId="2ec754d5-76a3-4390-93c8-428635879826" providerId="ADAL" clId="{326CCB7F-4684-4FCC-9D44-4E04CBA3B522}" dt="2023-01-04T18:30:58.665" v="1295" actId="6549"/>
        <pc:sldMkLst>
          <pc:docMk/>
          <pc:sldMk cId="0" sldId="261"/>
        </pc:sldMkLst>
        <pc:spChg chg="mod">
          <ac:chgData name="Shanahan, Jon" userId="2ec754d5-76a3-4390-93c8-428635879826" providerId="ADAL" clId="{326CCB7F-4684-4FCC-9D44-4E04CBA3B522}" dt="2023-01-04T18:30:58.665" v="1295" actId="6549"/>
          <ac:spMkLst>
            <pc:docMk/>
            <pc:sldMk cId="0" sldId="261"/>
            <ac:spMk id="91" creationId="{00000000-0000-0000-0000-000000000000}"/>
          </ac:spMkLst>
        </pc:spChg>
      </pc:sldChg>
      <pc:sldChg chg="modSp mod modNotesTx">
        <pc:chgData name="Shanahan, Jon" userId="2ec754d5-76a3-4390-93c8-428635879826" providerId="ADAL" clId="{326CCB7F-4684-4FCC-9D44-4E04CBA3B522}" dt="2023-01-04T18:36:53.197" v="1565"/>
        <pc:sldMkLst>
          <pc:docMk/>
          <pc:sldMk cId="0" sldId="262"/>
        </pc:sldMkLst>
        <pc:spChg chg="mod">
          <ac:chgData name="Shanahan, Jon" userId="2ec754d5-76a3-4390-93c8-428635879826" providerId="ADAL" clId="{326CCB7F-4684-4FCC-9D44-4E04CBA3B522}" dt="2023-01-04T18:36:53.197" v="1565"/>
          <ac:spMkLst>
            <pc:docMk/>
            <pc:sldMk cId="0" sldId="262"/>
            <ac:spMk id="97" creationId="{00000000-0000-0000-0000-000000000000}"/>
          </ac:spMkLst>
        </pc:spChg>
      </pc:sldChg>
      <pc:sldChg chg="addSp modSp mod">
        <pc:chgData name="Shanahan, Jon" userId="2ec754d5-76a3-4390-93c8-428635879826" providerId="ADAL" clId="{326CCB7F-4684-4FCC-9D44-4E04CBA3B522}" dt="2023-01-04T18:36:53.197" v="1565"/>
        <pc:sldMkLst>
          <pc:docMk/>
          <pc:sldMk cId="0" sldId="263"/>
        </pc:sldMkLst>
        <pc:spChg chg="add mod">
          <ac:chgData name="Shanahan, Jon" userId="2ec754d5-76a3-4390-93c8-428635879826" providerId="ADAL" clId="{326CCB7F-4684-4FCC-9D44-4E04CBA3B522}" dt="2023-01-04T18:29:06.158" v="1237" actId="571"/>
          <ac:spMkLst>
            <pc:docMk/>
            <pc:sldMk cId="0" sldId="263"/>
            <ac:spMk id="5" creationId="{FF780C67-B3BA-49B3-94F3-E7E3423296EE}"/>
          </ac:spMkLst>
        </pc:spChg>
        <pc:spChg chg="mod">
          <ac:chgData name="Shanahan, Jon" userId="2ec754d5-76a3-4390-93c8-428635879826" providerId="ADAL" clId="{326CCB7F-4684-4FCC-9D44-4E04CBA3B522}" dt="2023-01-04T18:36:53.197" v="1565"/>
          <ac:spMkLst>
            <pc:docMk/>
            <pc:sldMk cId="0" sldId="263"/>
            <ac:spMk id="104" creationId="{00000000-0000-0000-0000-000000000000}"/>
          </ac:spMkLst>
        </pc:spChg>
      </pc:sldChg>
      <pc:sldChg chg="modSp mod">
        <pc:chgData name="Shanahan, Jon" userId="2ec754d5-76a3-4390-93c8-428635879826" providerId="ADAL" clId="{326CCB7F-4684-4FCC-9D44-4E04CBA3B522}" dt="2023-01-04T18:36:53.197" v="1565"/>
        <pc:sldMkLst>
          <pc:docMk/>
          <pc:sldMk cId="0" sldId="264"/>
        </pc:sldMkLst>
        <pc:spChg chg="mod">
          <ac:chgData name="Shanahan, Jon" userId="2ec754d5-76a3-4390-93c8-428635879826" providerId="ADAL" clId="{326CCB7F-4684-4FCC-9D44-4E04CBA3B522}" dt="2023-01-04T18:36:53.197" v="1565"/>
          <ac:spMkLst>
            <pc:docMk/>
            <pc:sldMk cId="0" sldId="264"/>
            <ac:spMk id="113" creationId="{00000000-0000-0000-0000-000000000000}"/>
          </ac:spMkLst>
        </pc:spChg>
      </pc:sldChg>
      <pc:sldChg chg="modSp mod">
        <pc:chgData name="Shanahan, Jon" userId="2ec754d5-76a3-4390-93c8-428635879826" providerId="ADAL" clId="{326CCB7F-4684-4FCC-9D44-4E04CBA3B522}" dt="2023-01-04T18:36:53.197" v="1565"/>
        <pc:sldMkLst>
          <pc:docMk/>
          <pc:sldMk cId="0" sldId="266"/>
        </pc:sldMkLst>
        <pc:spChg chg="mod">
          <ac:chgData name="Shanahan, Jon" userId="2ec754d5-76a3-4390-93c8-428635879826" providerId="ADAL" clId="{326CCB7F-4684-4FCC-9D44-4E04CBA3B522}" dt="2023-01-04T18:36:53.197" v="1565"/>
          <ac:spMkLst>
            <pc:docMk/>
            <pc:sldMk cId="0" sldId="266"/>
            <ac:spMk id="125" creationId="{00000000-0000-0000-0000-000000000000}"/>
          </ac:spMkLst>
        </pc:spChg>
      </pc:sldChg>
      <pc:sldChg chg="modSp mod modNotesTx">
        <pc:chgData name="Shanahan, Jon" userId="2ec754d5-76a3-4390-93c8-428635879826" providerId="ADAL" clId="{326CCB7F-4684-4FCC-9D44-4E04CBA3B522}" dt="2023-01-04T18:36:53.197" v="1565"/>
        <pc:sldMkLst>
          <pc:docMk/>
          <pc:sldMk cId="0" sldId="267"/>
        </pc:sldMkLst>
        <pc:spChg chg="mod">
          <ac:chgData name="Shanahan, Jon" userId="2ec754d5-76a3-4390-93c8-428635879826" providerId="ADAL" clId="{326CCB7F-4684-4FCC-9D44-4E04CBA3B522}" dt="2023-01-04T18:27:44.151" v="1193" actId="962"/>
          <ac:spMkLst>
            <pc:docMk/>
            <pc:sldMk cId="0" sldId="267"/>
            <ac:spMk id="130" creationId="{00000000-0000-0000-0000-000000000000}"/>
          </ac:spMkLst>
        </pc:spChg>
        <pc:spChg chg="mod">
          <ac:chgData name="Shanahan, Jon" userId="2ec754d5-76a3-4390-93c8-428635879826" providerId="ADAL" clId="{326CCB7F-4684-4FCC-9D44-4E04CBA3B522}" dt="2023-01-04T18:36:53.197" v="1565"/>
          <ac:spMkLst>
            <pc:docMk/>
            <pc:sldMk cId="0" sldId="267"/>
            <ac:spMk id="132" creationId="{00000000-0000-0000-0000-000000000000}"/>
          </ac:spMkLst>
        </pc:spChg>
      </pc:sldChg>
      <pc:sldChg chg="modSp mod">
        <pc:chgData name="Shanahan, Jon" userId="2ec754d5-76a3-4390-93c8-428635879826" providerId="ADAL" clId="{326CCB7F-4684-4FCC-9D44-4E04CBA3B522}" dt="2023-01-04T17:39:18.059" v="113" actId="20577"/>
        <pc:sldMkLst>
          <pc:docMk/>
          <pc:sldMk cId="3325777614" sldId="268"/>
        </pc:sldMkLst>
        <pc:spChg chg="mod">
          <ac:chgData name="Shanahan, Jon" userId="2ec754d5-76a3-4390-93c8-428635879826" providerId="ADAL" clId="{326CCB7F-4684-4FCC-9D44-4E04CBA3B522}" dt="2023-01-04T17:39:18.059" v="113" actId="20577"/>
          <ac:spMkLst>
            <pc:docMk/>
            <pc:sldMk cId="3325777614" sldId="268"/>
            <ac:spMk id="61" creationId="{00000000-0000-0000-0000-000000000000}"/>
          </ac:spMkLst>
        </pc:spChg>
      </pc:sldChg>
    </pc:docChg>
  </pc:docChgLst>
  <pc:docChgLst>
    <pc:chgData name="Shanahan, Jon" userId="2ec754d5-76a3-4390-93c8-428635879826" providerId="ADAL" clId="{B4E340EA-5D4B-4F80-9708-59D95FB0CC86}"/>
    <pc:docChg chg="custSel modSld">
      <pc:chgData name="Shanahan, Jon" userId="2ec754d5-76a3-4390-93c8-428635879826" providerId="ADAL" clId="{B4E340EA-5D4B-4F80-9708-59D95FB0CC86}" dt="2022-07-19T19:00:31.635" v="79" actId="20577"/>
      <pc:docMkLst>
        <pc:docMk/>
      </pc:docMkLst>
      <pc:sldChg chg="modSp mod">
        <pc:chgData name="Shanahan, Jon" userId="2ec754d5-76a3-4390-93c8-428635879826" providerId="ADAL" clId="{B4E340EA-5D4B-4F80-9708-59D95FB0CC86}" dt="2022-07-19T19:00:31.635" v="79" actId="20577"/>
        <pc:sldMkLst>
          <pc:docMk/>
          <pc:sldMk cId="3325777614" sldId="268"/>
        </pc:sldMkLst>
        <pc:spChg chg="mod">
          <ac:chgData name="Shanahan, Jon" userId="2ec754d5-76a3-4390-93c8-428635879826" providerId="ADAL" clId="{B4E340EA-5D4B-4F80-9708-59D95FB0CC86}" dt="2022-07-19T19:00:05.477" v="41" actId="20577"/>
          <ac:spMkLst>
            <pc:docMk/>
            <pc:sldMk cId="3325777614" sldId="268"/>
            <ac:spMk id="60" creationId="{00000000-0000-0000-0000-000000000000}"/>
          </ac:spMkLst>
        </pc:spChg>
        <pc:spChg chg="mod">
          <ac:chgData name="Shanahan, Jon" userId="2ec754d5-76a3-4390-93c8-428635879826" providerId="ADAL" clId="{B4E340EA-5D4B-4F80-9708-59D95FB0CC86}" dt="2022-07-19T19:00:31.635" v="79" actId="20577"/>
          <ac:spMkLst>
            <pc:docMk/>
            <pc:sldMk cId="3325777614" sldId="268"/>
            <ac:spMk id="6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lang="en-US" baseline="0" dirty="0"/>
          </a:p>
          <a:p>
            <a:pPr marL="0" lvl="0" indent="0" algn="l" rtl="0">
              <a:spcBef>
                <a:spcPts val="0"/>
              </a:spcBef>
              <a:spcAft>
                <a:spcPts val="0"/>
              </a:spcAft>
              <a:buNone/>
            </a:pPr>
            <a:endParaRPr dirty="0"/>
          </a:p>
        </p:txBody>
      </p:sp>
      <p:sp>
        <p:nvSpPr>
          <p:cNvPr id="58" name="Google Shape;5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baseline="0" dirty="0"/>
          </a:p>
        </p:txBody>
      </p:sp>
      <p:sp>
        <p:nvSpPr>
          <p:cNvPr id="58" name="Google Shape;58;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128445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a Section Header</a:t>
            </a:r>
            <a:r>
              <a:rPr lang="en-US" baseline="0" dirty="0"/>
              <a:t>. </a:t>
            </a:r>
            <a:r>
              <a:rPr lang="en-US" b="1" baseline="0" dirty="0"/>
              <a:t>Repeat this slide for each segment of your presentation. And remember, each group member should present at least one </a:t>
            </a:r>
            <a:r>
              <a:rPr lang="en-US" b="1" baseline="0"/>
              <a:t>segment. </a:t>
            </a:r>
            <a:r>
              <a:rPr lang="en-US" baseline="0"/>
              <a:t>Update </a:t>
            </a:r>
            <a:r>
              <a:rPr lang="en-US" baseline="0" dirty="0"/>
              <a:t>the title; you are not required to do anything else on this slide.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dirty="0"/>
          </a:p>
        </p:txBody>
      </p:sp>
      <p:sp>
        <p:nvSpPr>
          <p:cNvPr id="89" name="Google Shape;8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 slide that will be used </a:t>
            </a:r>
            <a:r>
              <a:rPr lang="en-US" baseline="0" dirty="0"/>
              <a:t>often.  It is set up for a title, subtitle, and text. Do not change the fonts/colors in any way. The only formatting adjustment you should need to make is the size of the text if your presentation has a long title or subtitle.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the Subtitle – If you don’t have one, you can delete that text box or ignore it.</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p:txBody>
      </p:sp>
      <p:sp>
        <p:nvSpPr>
          <p:cNvPr id="64" name="Google Shape;6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20B1AEDF-8D48-F02D-55B2-069958D3FE4B}"/>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3544076E-02CA-A494-9323-99B0AEDDFEB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8F9B4C84-5D73-847F-6C02-477C3DEEE3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7496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D9729EAC-19EB-9041-391D-49797CDEC7E6}"/>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ED3DEC94-AA5B-941E-F040-9E9AACC3D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EA096668-0FDC-4C08-0357-BCD510E20E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6124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1093E49E-0B64-0785-0307-8A54C004626E}"/>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09661981-4BDE-C4B5-CFBD-2D939DC96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3A36DE25-DE82-3CF8-C4D9-066BFFE4ED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6162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0F2C582-6DB9-C5C5-050E-A79CD9765F54}"/>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801A10D8-CBAB-2D90-750C-DFFB8384E2D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2F7CD7A8-6323-940E-2201-8E60B907661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37253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4C5E5E10-C8CF-A99D-5E5D-1A5E62ACD9FF}"/>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390C7DEB-7601-5C6F-BEE0-96F3F408F2E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4853AB09-D486-0D6F-E2BC-1CE21941E9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727273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9DC43EA-7EB0-0226-F2FF-6F968FB1A67E}"/>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E067F006-E7C7-1A89-3350-57E65621CD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5D2C6C0B-E07B-D3EA-5F97-4EB3C33C42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14131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605D422-7022-41DD-9483-97E07F581E94}"/>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B9230C17-56D8-1F5E-54D7-1A2EF1788F2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DF01F52D-8337-4420-AAA9-99443D813D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44163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65C2926-77EF-3A5E-1A01-66CC94718D57}"/>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855858CF-5293-302F-CD33-1E18C0A9D0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6F17474E-D2A1-E7DB-7F17-427624DC7E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15781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0C93CB5-92F6-E684-8BF7-E9F92C97263F}"/>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0EE8E1CD-3831-F2EF-9965-75CD24CE7D2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3AD3FE10-D7F9-7494-B4F7-0E2582BF0D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94464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7836D930-211F-5032-262E-5B2DB8892E9C}"/>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79D9E866-E083-1C19-440E-648CFA98F9E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9F4E4D4D-59F7-4A00-169F-FDC368E11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6357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C9E21695-D800-E552-7A2D-9446AFE4FA32}"/>
            </a:ext>
          </a:extLst>
        </p:cNvPr>
        <p:cNvGrpSpPr/>
        <p:nvPr/>
      </p:nvGrpSpPr>
      <p:grpSpPr>
        <a:xfrm>
          <a:off x="0" y="0"/>
          <a:ext cx="0" cy="0"/>
          <a:chOff x="0" y="0"/>
          <a:chExt cx="0" cy="0"/>
        </a:xfrm>
      </p:grpSpPr>
      <p:sp>
        <p:nvSpPr>
          <p:cNvPr id="93" name="Google Shape;93;p7:notes">
            <a:extLst>
              <a:ext uri="{FF2B5EF4-FFF2-40B4-BE49-F238E27FC236}">
                <a16:creationId xmlns:a16="http://schemas.microsoft.com/office/drawing/2014/main" id="{CEEB0279-22C3-8DBA-4851-DC4442A5B7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another slide that you may want to use frequently. This slide </a:t>
            </a:r>
            <a:r>
              <a:rPr lang="en-US" baseline="0" dirty="0"/>
              <a:t>is set up for a title and text. Do not change the fonts/colors in any way. The only adjustment you should need to make is the size of the text if your presentation has a long title. </a:t>
            </a:r>
          </a:p>
          <a:p>
            <a:pPr marL="228600" lvl="0" indent="-228600" algn="l" rtl="0">
              <a:spcBef>
                <a:spcPts val="0"/>
              </a:spcBef>
              <a:spcAft>
                <a:spcPts val="0"/>
              </a:spcAft>
              <a:buAutoNum type="arabicPeriod"/>
            </a:pPr>
            <a:r>
              <a:rPr lang="en-US" baseline="0" dirty="0"/>
              <a:t>Add the Title.  </a:t>
            </a:r>
          </a:p>
          <a:p>
            <a:pPr marL="228600" lvl="0" indent="-228600" algn="l" rtl="0">
              <a:spcBef>
                <a:spcPts val="0"/>
              </a:spcBef>
              <a:spcAft>
                <a:spcPts val="0"/>
              </a:spcAft>
              <a:buAutoNum type="arabicPeriod"/>
            </a:pPr>
            <a:r>
              <a:rPr lang="en-US" baseline="0" dirty="0"/>
              <a:t>Add your content to the Text box. If you copy/paste information into this slide, make sure to Clear Formatting to ensure that the formatting for accessibility remains. You can find the Clear Formatting button on the Home Tab, within the Font section.  It looks like a Capital Letter A with an eraser.  The text will increase or decrease as you type to ensure that the proper sizing is used.</a:t>
            </a:r>
          </a:p>
          <a:p>
            <a:pPr marL="228600" marR="0" lvl="0" indent="-2286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baseline="0" dirty="0"/>
              <a:t>Delete this text in the Notes section when you are finished.</a:t>
            </a:r>
          </a:p>
          <a:p>
            <a:pPr marL="0" lvl="0" indent="0" algn="l" rtl="0">
              <a:spcBef>
                <a:spcPts val="0"/>
              </a:spcBef>
              <a:spcAft>
                <a:spcPts val="0"/>
              </a:spcAft>
              <a:buNone/>
            </a:pPr>
            <a:endParaRPr lang="en-US" baseline="0" dirty="0"/>
          </a:p>
          <a:p>
            <a:pPr marL="0" lvl="0" indent="0" algn="l" rtl="0">
              <a:spcBef>
                <a:spcPts val="0"/>
              </a:spcBef>
              <a:spcAft>
                <a:spcPts val="0"/>
              </a:spcAft>
              <a:buNone/>
            </a:pPr>
            <a:endParaRPr lang="en-US" dirty="0"/>
          </a:p>
        </p:txBody>
      </p:sp>
      <p:sp>
        <p:nvSpPr>
          <p:cNvPr id="94" name="Google Shape;94;p7:notes">
            <a:extLst>
              <a:ext uri="{FF2B5EF4-FFF2-40B4-BE49-F238E27FC236}">
                <a16:creationId xmlns:a16="http://schemas.microsoft.com/office/drawing/2014/main" id="{ED7C4531-1744-DBD8-EB0A-E9017BDCF9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64768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71" name="Google Shape;7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77" name="Google Shape;77;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slide is used for</a:t>
            </a:r>
            <a:r>
              <a:rPr lang="en-US" baseline="0" dirty="0"/>
              <a:t> a Table. Do not change the fonts/colors in any way.  You may add/delete rows and columns as needed.</a:t>
            </a:r>
          </a:p>
          <a:p>
            <a:pPr marL="228600" lvl="0" indent="-228600" algn="l" rtl="0">
              <a:spcBef>
                <a:spcPts val="0"/>
              </a:spcBef>
              <a:spcAft>
                <a:spcPts val="0"/>
              </a:spcAft>
              <a:buAutoNum type="arabicPeriod"/>
            </a:pPr>
            <a:r>
              <a:rPr lang="en-US" baseline="0" dirty="0"/>
              <a:t>Add the Title</a:t>
            </a:r>
          </a:p>
          <a:p>
            <a:pPr marL="228600" lvl="0" indent="-228600" algn="l" rtl="0">
              <a:spcBef>
                <a:spcPts val="0"/>
              </a:spcBef>
              <a:spcAft>
                <a:spcPts val="0"/>
              </a:spcAft>
              <a:buAutoNum type="arabicPeriod"/>
            </a:pPr>
            <a:r>
              <a:rPr lang="en-US" baseline="0" dirty="0"/>
              <a:t>Add your content to the Table.  If you copy/paste information into this slide, make sure to Clear Formatting to ensure that the formatting for accessibility remains. You can find the Clear Formatting button on the Home Tab, within the Font section.  It looks like a Capital Letter A with an eraser.</a:t>
            </a:r>
          </a:p>
          <a:p>
            <a:pPr marL="228600" lvl="0" indent="-228600" algn="l" rtl="0">
              <a:spcBef>
                <a:spcPts val="0"/>
              </a:spcBef>
              <a:spcAft>
                <a:spcPts val="0"/>
              </a:spcAft>
              <a:buAutoNum type="arabicPeriod"/>
            </a:pPr>
            <a:r>
              <a:rPr lang="en-US" baseline="0" dirty="0"/>
              <a:t>Delete this text in the Notes section when you are finished.</a:t>
            </a:r>
          </a:p>
          <a:p>
            <a:pPr marL="0" lvl="0" indent="0" algn="l" rtl="0">
              <a:spcBef>
                <a:spcPts val="0"/>
              </a:spcBef>
              <a:spcAft>
                <a:spcPts val="0"/>
              </a:spcAft>
              <a:buNone/>
            </a:pPr>
            <a:endParaRPr dirty="0"/>
          </a:p>
        </p:txBody>
      </p:sp>
      <p:sp>
        <p:nvSpPr>
          <p:cNvPr id="83" name="Google Shape;8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14" name="Google Shape;14;p14"/>
          <p:cNvSpPr txBox="1">
            <a:spLocks noGrp="1"/>
          </p:cNvSpPr>
          <p:nvPr>
            <p:ph type="subTitle" idx="1"/>
          </p:nvPr>
        </p:nvSpPr>
        <p:spPr>
          <a:xfrm>
            <a:off x="838200" y="3536724"/>
            <a:ext cx="7200900" cy="1443239"/>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SzPts val="2100"/>
              <a:buNone/>
              <a:defRPr sz="2800">
                <a:solidFill>
                  <a:srgbClr val="FFCC33"/>
                </a:solidFill>
              </a:defRPr>
            </a:lvl1pPr>
            <a:lvl2pPr lvl="1" algn="ctr">
              <a:lnSpc>
                <a:spcPct val="90000"/>
              </a:lnSpc>
              <a:spcBef>
                <a:spcPts val="500"/>
              </a:spcBef>
              <a:spcAft>
                <a:spcPts val="0"/>
              </a:spcAft>
              <a:buSzPts val="1500"/>
              <a:buNone/>
              <a:defRPr sz="2000"/>
            </a:lvl2pPr>
            <a:lvl3pPr lvl="2" algn="ctr">
              <a:lnSpc>
                <a:spcPct val="90000"/>
              </a:lnSpc>
              <a:spcBef>
                <a:spcPts val="500"/>
              </a:spcBef>
              <a:spcAft>
                <a:spcPts val="0"/>
              </a:spcAft>
              <a:buSzPts val="1350"/>
              <a:buNone/>
              <a:defRPr sz="1800"/>
            </a:lvl3pPr>
            <a:lvl4pPr lvl="3" algn="ctr">
              <a:lnSpc>
                <a:spcPct val="90000"/>
              </a:lnSpc>
              <a:spcBef>
                <a:spcPts val="500"/>
              </a:spcBef>
              <a:spcAft>
                <a:spcPts val="0"/>
              </a:spcAft>
              <a:buSzPts val="1200"/>
              <a:buNone/>
              <a:defRPr sz="1600"/>
            </a:lvl4pPr>
            <a:lvl5pPr lvl="4" algn="ctr">
              <a:lnSpc>
                <a:spcPct val="90000"/>
              </a:lnSpc>
              <a:spcBef>
                <a:spcPts val="500"/>
              </a:spcBef>
              <a:spcAft>
                <a:spcPts val="0"/>
              </a:spcAft>
              <a:buSzPts val="12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dirty="0"/>
          </a:p>
        </p:txBody>
      </p:sp>
      <p:sp>
        <p:nvSpPr>
          <p:cNvPr id="15" name="Google Shape;15;p14"/>
          <p:cNvSpPr txBox="1">
            <a:spLocks noGrp="1"/>
          </p:cNvSpPr>
          <p:nvPr>
            <p:ph type="ctrTitle"/>
          </p:nvPr>
        </p:nvSpPr>
        <p:spPr>
          <a:xfrm>
            <a:off x="838200" y="802432"/>
            <a:ext cx="7200900" cy="2203677"/>
          </a:xfrm>
          <a:prstGeom prst="rect">
            <a:avLst/>
          </a:prstGeom>
          <a:noFill/>
          <a:ln>
            <a:noFill/>
          </a:ln>
        </p:spPr>
        <p:txBody>
          <a:bodyPr spcFirstLastPara="1" wrap="square" lIns="91425" tIns="45700" rIns="91425" bIns="45700" anchor="t" anchorCtr="0">
            <a:normAutofit/>
          </a:bodyPr>
          <a:lstStyle>
            <a:lvl1pPr lvl="0" algn="l">
              <a:lnSpc>
                <a:spcPct val="90000"/>
              </a:lnSpc>
              <a:spcBef>
                <a:spcPts val="0"/>
              </a:spcBef>
              <a:spcAft>
                <a:spcPts val="0"/>
              </a:spcAft>
              <a:buClr>
                <a:schemeClr val="lt1"/>
              </a:buClr>
              <a:buSzPts val="6000"/>
              <a:buFont typeface="Calibri"/>
              <a:buNone/>
              <a:defRPr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ubtitle and Content">
  <p:cSld name="Title Subtitle and Content">
    <p:spTree>
      <p:nvGrpSpPr>
        <p:cNvPr id="1" name="Shape 16"/>
        <p:cNvGrpSpPr/>
        <p:nvPr/>
      </p:nvGrpSpPr>
      <p:grpSpPr>
        <a:xfrm>
          <a:off x="0" y="0"/>
          <a:ext cx="0" cy="0"/>
          <a:chOff x="0" y="0"/>
          <a:chExt cx="0" cy="0"/>
        </a:xfrm>
      </p:grpSpPr>
      <p:sp>
        <p:nvSpPr>
          <p:cNvPr id="17" name="Google Shape;17;p15"/>
          <p:cNvSpPr txBox="1">
            <a:spLocks noGrp="1"/>
          </p:cNvSpPr>
          <p:nvPr>
            <p:ph type="body" idx="1"/>
          </p:nvPr>
        </p:nvSpPr>
        <p:spPr>
          <a:xfrm>
            <a:off x="839788" y="2493818"/>
            <a:ext cx="10515600" cy="4364182"/>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18" name="Google Shape;18;p15"/>
          <p:cNvSpPr txBox="1">
            <a:spLocks noGrp="1"/>
          </p:cNvSpPr>
          <p:nvPr>
            <p:ph type="body" idx="2"/>
          </p:nvPr>
        </p:nvSpPr>
        <p:spPr>
          <a:xfrm>
            <a:off x="839788" y="1828800"/>
            <a:ext cx="10515600" cy="498764"/>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400"/>
              <a:buNone/>
              <a:defRPr sz="3200" b="1">
                <a:solidFill>
                  <a:srgbClr val="006633"/>
                </a:solidFill>
                <a:latin typeface="Calibri"/>
                <a:ea typeface="Calibri"/>
                <a:cs typeface="Calibri"/>
                <a:sym typeface="Calibri"/>
              </a:defRPr>
            </a:lvl1pPr>
            <a:lvl2pPr marL="914400" lvl="1" indent="-228600" algn="l">
              <a:lnSpc>
                <a:spcPct val="90000"/>
              </a:lnSpc>
              <a:spcBef>
                <a:spcPts val="500"/>
              </a:spcBef>
              <a:spcAft>
                <a:spcPts val="0"/>
              </a:spcAft>
              <a:buSzPts val="1500"/>
              <a:buNone/>
              <a:defRPr sz="2000" b="1"/>
            </a:lvl2pPr>
            <a:lvl3pPr marL="1371600" lvl="2" indent="-228600" algn="l">
              <a:lnSpc>
                <a:spcPct val="90000"/>
              </a:lnSpc>
              <a:spcBef>
                <a:spcPts val="500"/>
              </a:spcBef>
              <a:spcAft>
                <a:spcPts val="0"/>
              </a:spcAft>
              <a:buSzPts val="1350"/>
              <a:buNone/>
              <a:defRPr sz="1800" b="1"/>
            </a:lvl3pPr>
            <a:lvl4pPr marL="1828800" lvl="3" indent="-228600" algn="l">
              <a:lnSpc>
                <a:spcPct val="90000"/>
              </a:lnSpc>
              <a:spcBef>
                <a:spcPts val="500"/>
              </a:spcBef>
              <a:spcAft>
                <a:spcPts val="0"/>
              </a:spcAft>
              <a:buSzPts val="1200"/>
              <a:buNone/>
              <a:defRPr sz="1600" b="1"/>
            </a:lvl4pPr>
            <a:lvl5pPr marL="2286000" lvl="4" indent="-228600" algn="l">
              <a:lnSpc>
                <a:spcPct val="90000"/>
              </a:lnSpc>
              <a:spcBef>
                <a:spcPts val="500"/>
              </a:spcBef>
              <a:spcAft>
                <a:spcPts val="0"/>
              </a:spcAft>
              <a:buSzPts val="12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9" name="Google Shape;19;p15"/>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able">
  <p:cSld name="Title and Table">
    <p:spTree>
      <p:nvGrpSpPr>
        <p:cNvPr id="1" name="Shape 20"/>
        <p:cNvGrpSpPr/>
        <p:nvPr/>
      </p:nvGrpSpPr>
      <p:grpSpPr>
        <a:xfrm>
          <a:off x="0" y="0"/>
          <a:ext cx="0" cy="0"/>
          <a:chOff x="0" y="0"/>
          <a:chExt cx="0" cy="0"/>
        </a:xfrm>
      </p:grpSpPr>
      <p:sp>
        <p:nvSpPr>
          <p:cNvPr id="21" name="Google Shape;21;p1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2"/>
        <p:cNvGrpSpPr/>
        <p:nvPr/>
      </p:nvGrpSpPr>
      <p:grpSpPr>
        <a:xfrm>
          <a:off x="0" y="0"/>
          <a:ext cx="0" cy="0"/>
          <a:chOff x="0" y="0"/>
          <a:chExt cx="0" cy="0"/>
        </a:xfrm>
      </p:grpSpPr>
      <p:sp>
        <p:nvSpPr>
          <p:cNvPr id="23" name="Google Shape;23;p17"/>
          <p:cNvSpPr txBox="1">
            <a:spLocks noGrp="1"/>
          </p:cNvSpPr>
          <p:nvPr>
            <p:ph type="body" idx="1"/>
          </p:nvPr>
        </p:nvSpPr>
        <p:spPr>
          <a:xfrm>
            <a:off x="838200" y="1828800"/>
            <a:ext cx="10515600" cy="4711148"/>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10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24" name="Google Shape;24;p1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blipFill>
          <a:blip r:embed="rId2">
            <a:alphaModFix/>
          </a:blip>
          <a:stretch>
            <a:fillRect/>
          </a:stretch>
        </a:blipFill>
        <a:effectLst/>
      </p:bgPr>
    </p:bg>
    <p:spTree>
      <p:nvGrpSpPr>
        <p:cNvPr id="1" name="Shape 45"/>
        <p:cNvGrpSpPr/>
        <p:nvPr/>
      </p:nvGrpSpPr>
      <p:grpSpPr>
        <a:xfrm>
          <a:off x="0" y="0"/>
          <a:ext cx="0" cy="0"/>
          <a:chOff x="0" y="0"/>
          <a:chExt cx="0" cy="0"/>
        </a:xfrm>
      </p:grpSpPr>
      <p:sp>
        <p:nvSpPr>
          <p:cNvPr id="46" name="Google Shape;46;p23"/>
          <p:cNvSpPr txBox="1">
            <a:spLocks noGrp="1"/>
          </p:cNvSpPr>
          <p:nvPr>
            <p:ph type="body" idx="1"/>
          </p:nvPr>
        </p:nvSpPr>
        <p:spPr>
          <a:xfrm>
            <a:off x="531226" y="4846638"/>
            <a:ext cx="10515600" cy="1629318"/>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800"/>
              <a:buNone/>
              <a:defRPr sz="24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47" name="Google Shape;47;p23"/>
          <p:cNvSpPr txBox="1">
            <a:spLocks noGrp="1"/>
          </p:cNvSpPr>
          <p:nvPr>
            <p:ph type="title"/>
          </p:nvPr>
        </p:nvSpPr>
        <p:spPr>
          <a:xfrm>
            <a:off x="531225" y="4045907"/>
            <a:ext cx="10515600" cy="644427"/>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Section Header">
  <p:cSld name="1_Section Header">
    <p:bg>
      <p:bgPr>
        <a:blipFill>
          <a:blip r:embed="rId2">
            <a:alphaModFix/>
          </a:blip>
          <a:stretch>
            <a:fillRect/>
          </a:stretch>
        </a:blipFill>
        <a:effectLst/>
      </p:bgPr>
    </p:bg>
    <p:spTree>
      <p:nvGrpSpPr>
        <p:cNvPr id="1" name="Shape 48"/>
        <p:cNvGrpSpPr/>
        <p:nvPr/>
      </p:nvGrpSpPr>
      <p:grpSpPr>
        <a:xfrm>
          <a:off x="0" y="0"/>
          <a:ext cx="0" cy="0"/>
          <a:chOff x="0" y="0"/>
          <a:chExt cx="0" cy="0"/>
        </a:xfrm>
      </p:grpSpPr>
      <p:sp>
        <p:nvSpPr>
          <p:cNvPr id="49" name="Google Shape;49;p24"/>
          <p:cNvSpPr txBox="1">
            <a:spLocks noGrp="1"/>
          </p:cNvSpPr>
          <p:nvPr>
            <p:ph type="body" idx="1"/>
          </p:nvPr>
        </p:nvSpPr>
        <p:spPr>
          <a:xfrm>
            <a:off x="838200" y="4864295"/>
            <a:ext cx="7504134" cy="150018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400"/>
              </a:spcBef>
              <a:spcAft>
                <a:spcPts val="0"/>
              </a:spcAft>
              <a:buClr>
                <a:schemeClr val="dk1"/>
              </a:buClr>
              <a:buSzPts val="2000"/>
              <a:buFont typeface="Calibri"/>
              <a:buNone/>
              <a:defRPr sz="2000">
                <a:solidFill>
                  <a:schemeClr val="dk1"/>
                </a:solidFill>
              </a:defRPr>
            </a:lvl1pPr>
            <a:lvl2pPr marL="914400" lvl="1" indent="-228600" algn="l">
              <a:lnSpc>
                <a:spcPct val="90000"/>
              </a:lnSpc>
              <a:spcBef>
                <a:spcPts val="500"/>
              </a:spcBef>
              <a:spcAft>
                <a:spcPts val="0"/>
              </a:spcAft>
              <a:buSzPts val="1500"/>
              <a:buNone/>
              <a:defRPr sz="2000">
                <a:solidFill>
                  <a:srgbClr val="888888"/>
                </a:solidFill>
              </a:defRPr>
            </a:lvl2pPr>
            <a:lvl3pPr marL="1371600" lvl="2" indent="-228600" algn="l">
              <a:lnSpc>
                <a:spcPct val="90000"/>
              </a:lnSpc>
              <a:spcBef>
                <a:spcPts val="500"/>
              </a:spcBef>
              <a:spcAft>
                <a:spcPts val="0"/>
              </a:spcAft>
              <a:buSzPts val="1350"/>
              <a:buNone/>
              <a:defRPr sz="1800">
                <a:solidFill>
                  <a:srgbClr val="888888"/>
                </a:solidFill>
              </a:defRPr>
            </a:lvl3pPr>
            <a:lvl4pPr marL="1828800" lvl="3" indent="-228600" algn="l">
              <a:lnSpc>
                <a:spcPct val="90000"/>
              </a:lnSpc>
              <a:spcBef>
                <a:spcPts val="500"/>
              </a:spcBef>
              <a:spcAft>
                <a:spcPts val="0"/>
              </a:spcAft>
              <a:buSzPts val="1200"/>
              <a:buNone/>
              <a:defRPr sz="1600">
                <a:solidFill>
                  <a:srgbClr val="888888"/>
                </a:solidFill>
              </a:defRPr>
            </a:lvl4pPr>
            <a:lvl5pPr marL="2286000" lvl="4" indent="-228600" algn="l">
              <a:lnSpc>
                <a:spcPct val="90000"/>
              </a:lnSpc>
              <a:spcBef>
                <a:spcPts val="500"/>
              </a:spcBef>
              <a:spcAft>
                <a:spcPts val="0"/>
              </a:spcAft>
              <a:buSzPts val="12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dirty="0"/>
          </a:p>
        </p:txBody>
      </p:sp>
      <p:sp>
        <p:nvSpPr>
          <p:cNvPr id="50" name="Google Shape;50;p24"/>
          <p:cNvSpPr txBox="1">
            <a:spLocks noGrp="1"/>
          </p:cNvSpPr>
          <p:nvPr>
            <p:ph type="title"/>
          </p:nvPr>
        </p:nvSpPr>
        <p:spPr>
          <a:xfrm>
            <a:off x="122724" y="4057812"/>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2_Section Header">
  <p:cSld name="2_Section Header">
    <p:bg>
      <p:bgPr>
        <a:blipFill>
          <a:blip r:embed="rId2">
            <a:alphaModFix/>
          </a:blip>
          <a:stretch>
            <a:fillRect/>
          </a:stretch>
        </a:blipFill>
        <a:effectLst/>
      </p:bgPr>
    </p:bg>
    <p:spTree>
      <p:nvGrpSpPr>
        <p:cNvPr id="1" name="Shape 51"/>
        <p:cNvGrpSpPr/>
        <p:nvPr/>
      </p:nvGrpSpPr>
      <p:grpSpPr>
        <a:xfrm>
          <a:off x="0" y="0"/>
          <a:ext cx="0" cy="0"/>
          <a:chOff x="0" y="0"/>
          <a:chExt cx="0" cy="0"/>
        </a:xfrm>
      </p:grpSpPr>
      <p:sp>
        <p:nvSpPr>
          <p:cNvPr id="52" name="Google Shape;52;p25"/>
          <p:cNvSpPr txBox="1">
            <a:spLocks noGrp="1"/>
          </p:cNvSpPr>
          <p:nvPr>
            <p:ph type="title"/>
          </p:nvPr>
        </p:nvSpPr>
        <p:spPr>
          <a:xfrm>
            <a:off x="0" y="493518"/>
            <a:ext cx="10515600" cy="531651"/>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1"/>
              </a:buClr>
              <a:buSzPts val="2800"/>
              <a:buFont typeface="Calibri"/>
              <a:buNone/>
              <a:defRPr sz="2800" b="1">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54" name="Google Shape;54;p26"/>
          <p:cNvSpPr txBox="1">
            <a:spLocks noGrp="1"/>
          </p:cNvSpPr>
          <p:nvPr>
            <p:ph type="body" idx="1"/>
          </p:nvPr>
        </p:nvSpPr>
        <p:spPr>
          <a:xfrm rot="5400000">
            <a:off x="4038600" y="-1371600"/>
            <a:ext cx="4114800" cy="10515600"/>
          </a:xfrm>
          <a:prstGeom prst="rect">
            <a:avLst/>
          </a:prstGeom>
          <a:noFill/>
          <a:ln>
            <a:noFill/>
          </a:ln>
        </p:spPr>
        <p:txBody>
          <a:bodyPr spcFirstLastPara="1" wrap="square" lIns="91425" tIns="45700" rIns="91425" bIns="45700" anchor="t" anchorCtr="0">
            <a:normAutofit/>
          </a:bodyPr>
          <a:lstStyle>
            <a:lvl1pPr marL="457200" lvl="0" indent="-314325" algn="l">
              <a:lnSpc>
                <a:spcPct val="100000"/>
              </a:lnSpc>
              <a:spcBef>
                <a:spcPts val="600"/>
              </a:spcBef>
              <a:spcAft>
                <a:spcPts val="0"/>
              </a:spcAft>
              <a:buSzPts val="1350"/>
              <a:buChar char="•"/>
              <a:defRPr/>
            </a:lvl1pPr>
            <a:lvl2pPr marL="914400" lvl="1" indent="-314325" algn="l">
              <a:lnSpc>
                <a:spcPct val="90000"/>
              </a:lnSpc>
              <a:spcBef>
                <a:spcPts val="500"/>
              </a:spcBef>
              <a:spcAft>
                <a:spcPts val="0"/>
              </a:spcAft>
              <a:buSzPts val="1350"/>
              <a:buChar char="•"/>
              <a:defRPr/>
            </a:lvl2pPr>
            <a:lvl3pPr marL="1371600" lvl="2" indent="-314325" algn="l">
              <a:lnSpc>
                <a:spcPct val="90000"/>
              </a:lnSpc>
              <a:spcBef>
                <a:spcPts val="500"/>
              </a:spcBef>
              <a:spcAft>
                <a:spcPts val="0"/>
              </a:spcAft>
              <a:buSzPts val="1350"/>
              <a:buChar char="•"/>
              <a:defRPr/>
            </a:lvl3pPr>
            <a:lvl4pPr marL="1828800" lvl="3" indent="-314325" algn="l">
              <a:lnSpc>
                <a:spcPct val="90000"/>
              </a:lnSpc>
              <a:spcBef>
                <a:spcPts val="500"/>
              </a:spcBef>
              <a:spcAft>
                <a:spcPts val="0"/>
              </a:spcAft>
              <a:buSzPts val="1350"/>
              <a:buChar char="•"/>
              <a:defRPr/>
            </a:lvl4pPr>
            <a:lvl5pPr marL="2286000" lvl="4" indent="-314325" algn="l">
              <a:lnSpc>
                <a:spcPct val="90000"/>
              </a:lnSpc>
              <a:spcBef>
                <a:spcPts val="500"/>
              </a:spcBef>
              <a:spcAft>
                <a:spcPts val="0"/>
              </a:spcAft>
              <a:buSzPts val="135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6633"/>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0">
            <a:alphaModFix/>
          </a:blip>
          <a:stretch>
            <a:fillRect/>
          </a:stretch>
        </a:blip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1000"/>
              </a:spcBef>
              <a:spcAft>
                <a:spcPts val="0"/>
              </a:spcAft>
              <a:buClr>
                <a:srgbClr val="006633"/>
              </a:buClr>
              <a:buSzPts val="21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rgbClr val="006633"/>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500"/>
              </a:spcBef>
              <a:spcAft>
                <a:spcPts val="0"/>
              </a:spcAft>
              <a:buClr>
                <a:srgbClr val="006633"/>
              </a:buClr>
              <a:buSzPts val="1500"/>
              <a:buFont typeface="Arial"/>
              <a:buChar char="•"/>
              <a:defRPr sz="20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500"/>
              </a:spcBef>
              <a:spcAft>
                <a:spcPts val="0"/>
              </a:spcAft>
              <a:buClr>
                <a:srgbClr val="006633"/>
              </a:buClr>
              <a:buSzPts val="135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 name="Google Shape;11;p13"/>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006633"/>
              </a:buClr>
              <a:buSzPts val="4400"/>
              <a:buFont typeface="Calibri"/>
              <a:buNone/>
              <a:defRPr sz="4400" b="1" i="0" u="none" strike="noStrike" cap="none">
                <a:solidFill>
                  <a:srgbClr val="006633"/>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13"/>
          <p:cNvSpPr txBox="1">
            <a:spLocks noGrp="1"/>
          </p:cNvSpPr>
          <p:nvPr>
            <p:ph type="sldNum" idx="12"/>
          </p:nvPr>
        </p:nvSpPr>
        <p:spPr>
          <a:xfrm>
            <a:off x="838200" y="6260122"/>
            <a:ext cx="2743200" cy="323557"/>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1200" b="0" i="0" u="none" strike="noStrike" cap="none">
                <a:solidFill>
                  <a:srgbClr val="87908F"/>
                </a:solidFill>
                <a:latin typeface="Calibri"/>
                <a:ea typeface="Calibri"/>
                <a:cs typeface="Calibri"/>
                <a:sym typeface="Calibri"/>
              </a:defRPr>
            </a:lvl1pPr>
            <a:lvl2pPr marL="0" marR="0" lvl="1" indent="0" algn="l" rtl="0">
              <a:spcBef>
                <a:spcPts val="0"/>
              </a:spcBef>
              <a:buNone/>
              <a:defRPr sz="1200" b="0" i="0" u="none" strike="noStrike" cap="none">
                <a:solidFill>
                  <a:srgbClr val="87908F"/>
                </a:solidFill>
                <a:latin typeface="Calibri"/>
                <a:ea typeface="Calibri"/>
                <a:cs typeface="Calibri"/>
                <a:sym typeface="Calibri"/>
              </a:defRPr>
            </a:lvl2pPr>
            <a:lvl3pPr marL="0" marR="0" lvl="2" indent="0" algn="l" rtl="0">
              <a:spcBef>
                <a:spcPts val="0"/>
              </a:spcBef>
              <a:buNone/>
              <a:defRPr sz="1200" b="0" i="0" u="none" strike="noStrike" cap="none">
                <a:solidFill>
                  <a:srgbClr val="87908F"/>
                </a:solidFill>
                <a:latin typeface="Calibri"/>
                <a:ea typeface="Calibri"/>
                <a:cs typeface="Calibri"/>
                <a:sym typeface="Calibri"/>
              </a:defRPr>
            </a:lvl3pPr>
            <a:lvl4pPr marL="0" marR="0" lvl="3" indent="0" algn="l" rtl="0">
              <a:spcBef>
                <a:spcPts val="0"/>
              </a:spcBef>
              <a:buNone/>
              <a:defRPr sz="1200" b="0" i="0" u="none" strike="noStrike" cap="none">
                <a:solidFill>
                  <a:srgbClr val="87908F"/>
                </a:solidFill>
                <a:latin typeface="Calibri"/>
                <a:ea typeface="Calibri"/>
                <a:cs typeface="Calibri"/>
                <a:sym typeface="Calibri"/>
              </a:defRPr>
            </a:lvl4pPr>
            <a:lvl5pPr marL="0" marR="0" lvl="4" indent="0" algn="l" rtl="0">
              <a:spcBef>
                <a:spcPts val="0"/>
              </a:spcBef>
              <a:buNone/>
              <a:defRPr sz="1200" b="0" i="0" u="none" strike="noStrike" cap="none">
                <a:solidFill>
                  <a:srgbClr val="87908F"/>
                </a:solidFill>
                <a:latin typeface="Calibri"/>
                <a:ea typeface="Calibri"/>
                <a:cs typeface="Calibri"/>
                <a:sym typeface="Calibri"/>
              </a:defRPr>
            </a:lvl5pPr>
            <a:lvl6pPr marL="0" marR="0" lvl="5" indent="0" algn="l" rtl="0">
              <a:spcBef>
                <a:spcPts val="0"/>
              </a:spcBef>
              <a:buNone/>
              <a:defRPr sz="1200" b="0" i="0" u="none" strike="noStrike" cap="none">
                <a:solidFill>
                  <a:srgbClr val="87908F"/>
                </a:solidFill>
                <a:latin typeface="Calibri"/>
                <a:ea typeface="Calibri"/>
                <a:cs typeface="Calibri"/>
                <a:sym typeface="Calibri"/>
              </a:defRPr>
            </a:lvl6pPr>
            <a:lvl7pPr marL="0" marR="0" lvl="6" indent="0" algn="l" rtl="0">
              <a:spcBef>
                <a:spcPts val="0"/>
              </a:spcBef>
              <a:buNone/>
              <a:defRPr sz="1200" b="0" i="0" u="none" strike="noStrike" cap="none">
                <a:solidFill>
                  <a:srgbClr val="87908F"/>
                </a:solidFill>
                <a:latin typeface="Calibri"/>
                <a:ea typeface="Calibri"/>
                <a:cs typeface="Calibri"/>
                <a:sym typeface="Calibri"/>
              </a:defRPr>
            </a:lvl7pPr>
            <a:lvl8pPr marL="0" marR="0" lvl="7" indent="0" algn="l" rtl="0">
              <a:spcBef>
                <a:spcPts val="0"/>
              </a:spcBef>
              <a:buNone/>
              <a:defRPr sz="1200" b="0" i="0" u="none" strike="noStrike" cap="none">
                <a:solidFill>
                  <a:srgbClr val="87908F"/>
                </a:solidFill>
                <a:latin typeface="Calibri"/>
                <a:ea typeface="Calibri"/>
                <a:cs typeface="Calibri"/>
                <a:sym typeface="Calibri"/>
              </a:defRPr>
            </a:lvl8pPr>
            <a:lvl9pPr marL="0" marR="0" lvl="8" indent="0" algn="l" rtl="0">
              <a:spcBef>
                <a:spcPts val="0"/>
              </a:spcBef>
              <a:buNone/>
              <a:defRPr sz="1200" b="0" i="0" u="none" strike="noStrike" cap="none">
                <a:solidFill>
                  <a:srgbClr val="87908F"/>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8" r:id="rId5"/>
    <p:sldLayoutId id="2147483659" r:id="rId6"/>
    <p:sldLayoutId id="2147483660" r:id="rId7"/>
    <p:sldLayoutId id="2147483661"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support.office.com/en-us/article/Control-formatting-when-you-copy-between-presentations-d115500f-f66c-44ef-8109-2d49b4679239"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9"/>
        <p:cNvGrpSpPr/>
        <p:nvPr/>
      </p:nvGrpSpPr>
      <p:grpSpPr>
        <a:xfrm>
          <a:off x="0" y="0"/>
          <a:ext cx="0" cy="0"/>
          <a:chOff x="0" y="0"/>
          <a:chExt cx="0" cy="0"/>
        </a:xfrm>
      </p:grpSpPr>
      <p:sp>
        <p:nvSpPr>
          <p:cNvPr id="60" name="Google Shape;60;p1"/>
          <p:cNvSpPr txBox="1">
            <a:spLocks noGrp="1"/>
          </p:cNvSpPr>
          <p:nvPr>
            <p:ph type="ctrTitle"/>
          </p:nvPr>
        </p:nvSpPr>
        <p:spPr>
          <a:xfrm>
            <a:off x="838199" y="802432"/>
            <a:ext cx="10597587" cy="220367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6000"/>
              <a:buFont typeface="Calibri"/>
              <a:buNone/>
            </a:pPr>
            <a:r>
              <a:rPr lang="en-US" sz="4800" dirty="0">
                <a:solidFill>
                  <a:srgbClr val="006633"/>
                </a:solidFill>
              </a:rPr>
              <a:t>How to Use the Mason PPT Template</a:t>
            </a:r>
            <a:endParaRPr sz="4800" dirty="0">
              <a:solidFill>
                <a:srgbClr val="006633"/>
              </a:solidFill>
            </a:endParaRPr>
          </a:p>
        </p:txBody>
      </p:sp>
      <p:sp>
        <p:nvSpPr>
          <p:cNvPr id="61" name="Google Shape;61;p1"/>
          <p:cNvSpPr txBox="1">
            <a:spLocks noGrp="1"/>
          </p:cNvSpPr>
          <p:nvPr>
            <p:ph type="subTitle" idx="1"/>
          </p:nvPr>
        </p:nvSpPr>
        <p:spPr>
          <a:xfrm>
            <a:off x="838200" y="1562870"/>
            <a:ext cx="11353800" cy="1443239"/>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100"/>
              <a:buNone/>
            </a:pPr>
            <a:r>
              <a:rPr lang="en-US" sz="2000" dirty="0">
                <a:solidFill>
                  <a:schemeClr val="tx1"/>
                </a:solidFill>
              </a:rPr>
              <a:t>Please review the notes beneath each slide to help you with formatting your presentation</a:t>
            </a:r>
            <a:endParaRPr sz="2000" dirty="0">
              <a:solidFill>
                <a:schemeClr val="tx1"/>
              </a:solidFill>
            </a:endParaRPr>
          </a:p>
        </p:txBody>
      </p:sp>
      <p:sp>
        <p:nvSpPr>
          <p:cNvPr id="3" name="TextBox 2"/>
          <p:cNvSpPr txBox="1"/>
          <p:nvPr/>
        </p:nvSpPr>
        <p:spPr>
          <a:xfrm>
            <a:off x="838201" y="2558005"/>
            <a:ext cx="8059644" cy="3139321"/>
          </a:xfrm>
          <a:prstGeom prst="rect">
            <a:avLst/>
          </a:prstGeom>
          <a:noFill/>
        </p:spPr>
        <p:txBody>
          <a:bodyPr wrap="square" lIns="91440" tIns="45720" rIns="91440" bIns="45720" rtlCol="0" anchor="t">
            <a:spAutoFit/>
          </a:bodyPr>
          <a:lstStyle/>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only the </a:t>
            </a:r>
            <a:r>
              <a:rPr lang="en-US" sz="1800" b="1" dirty="0">
                <a:solidFill>
                  <a:schemeClr val="tx1"/>
                </a:solidFill>
                <a:latin typeface="Calibri" panose="020F0502020204030204" pitchFamily="34" charset="0"/>
                <a:cs typeface="Calibri" panose="020F0502020204030204" pitchFamily="34" charset="0"/>
              </a:rPr>
              <a:t>Theme Colors </a:t>
            </a:r>
            <a:r>
              <a:rPr lang="en-US" sz="1800" dirty="0">
                <a:solidFill>
                  <a:schemeClr val="tx1"/>
                </a:solidFill>
                <a:latin typeface="Calibri" panose="020F0502020204030204" pitchFamily="34" charset="0"/>
                <a:cs typeface="Calibri" panose="020F0502020204030204" pitchFamily="34" charset="0"/>
              </a:rPr>
              <a:t>pallet.  </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only </a:t>
            </a:r>
            <a:r>
              <a:rPr lang="en-US" sz="1800" b="1" dirty="0">
                <a:solidFill>
                  <a:schemeClr val="tx1"/>
                </a:solidFill>
                <a:latin typeface="Calibri" panose="020F0502020204030204" pitchFamily="34" charset="0"/>
                <a:cs typeface="Calibri" panose="020F0502020204030204" pitchFamily="34" charset="0"/>
              </a:rPr>
              <a:t>Calibri</a:t>
            </a:r>
            <a:r>
              <a:rPr lang="en-US" sz="1800" dirty="0">
                <a:solidFill>
                  <a:schemeClr val="tx1"/>
                </a:solidFill>
                <a:latin typeface="Calibri" panose="020F0502020204030204" pitchFamily="34" charset="0"/>
                <a:cs typeface="Calibri" panose="020F0502020204030204" pitchFamily="34" charset="0"/>
              </a:rPr>
              <a:t> font.</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Use the text on this side as a guide: Calibri font; left justification; etc.</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To copy from another PPT presentation and apply proper formatting - </a:t>
            </a:r>
            <a:r>
              <a:rPr lang="en-US" sz="1800" b="1" u="sng" dirty="0">
                <a:solidFill>
                  <a:schemeClr val="tx1"/>
                </a:solidFill>
                <a:latin typeface="Calibri" panose="020F0502020204030204" pitchFamily="34" charset="0"/>
                <a:cs typeface="Calibri" panose="020F0502020204030204" pitchFamily="34" charset="0"/>
                <a:hlinkClick r:id="rId3"/>
              </a:rPr>
              <a:t>Instructions</a:t>
            </a:r>
            <a:endParaRPr lang="en-US" sz="1800" b="1" u="sng" dirty="0">
              <a:solidFill>
                <a:schemeClr val="tx1"/>
              </a:solidFill>
              <a:latin typeface="Calibri" panose="020F0502020204030204" pitchFamily="34" charset="0"/>
              <a:cs typeface="Calibri" panose="020F0502020204030204" pitchFamily="34" charset="0"/>
            </a:endParaRP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Please review the Notes section beneath every slide.  </a:t>
            </a:r>
          </a:p>
          <a:p>
            <a:pPr marL="342900" indent="-342900">
              <a:buAutoNum type="arabicPeriod"/>
            </a:pPr>
            <a:r>
              <a:rPr lang="en-US" sz="1800" dirty="0">
                <a:solidFill>
                  <a:schemeClr val="tx1"/>
                </a:solidFill>
                <a:latin typeface="Calibri"/>
                <a:cs typeface="Calibri"/>
              </a:rPr>
              <a:t>If you need to change the layout of a slide, right-click on the slide on the left, select "Layout" and select a preformatted option.</a:t>
            </a:r>
          </a:p>
          <a:p>
            <a:pPr marL="342900" indent="-342900">
              <a:buAutoNum type="arabicPeriod"/>
            </a:pPr>
            <a:r>
              <a:rPr lang="en-US" sz="1800" dirty="0">
                <a:solidFill>
                  <a:schemeClr val="tx1"/>
                </a:solidFill>
                <a:latin typeface="Calibri" panose="020F0502020204030204" pitchFamily="34" charset="0"/>
                <a:cs typeface="Calibri" panose="020F0502020204030204" pitchFamily="34" charset="0"/>
              </a:rPr>
              <a:t>Once you have finished your presentation, delete any slides that you did not use.</a:t>
            </a:r>
          </a:p>
          <a:p>
            <a:pPr marL="342900" indent="-342900">
              <a:buAutoNum type="arabicPeriod"/>
            </a:pPr>
            <a:r>
              <a:rPr lang="en-US" sz="1800" b="1" dirty="0">
                <a:solidFill>
                  <a:schemeClr val="tx1"/>
                </a:solidFill>
                <a:latin typeface="Calibri" panose="020F0502020204030204" pitchFamily="34" charset="0"/>
                <a:cs typeface="Calibri" panose="020F0502020204030204" pitchFamily="34" charset="0"/>
              </a:rPr>
              <a:t>Delete this “How to Use” slide </a:t>
            </a:r>
            <a:r>
              <a:rPr lang="en-US" sz="1800" dirty="0">
                <a:solidFill>
                  <a:schemeClr val="tx1"/>
                </a:solidFill>
                <a:latin typeface="Calibri" panose="020F0502020204030204" pitchFamily="34" charset="0"/>
                <a:cs typeface="Calibri" panose="020F0502020204030204" pitchFamily="34" charset="0"/>
              </a:rPr>
              <a:t>as a last step so that your presentation will start on the title slide (currently, slide 2).</a:t>
            </a:r>
          </a:p>
        </p:txBody>
      </p:sp>
      <p:pic>
        <p:nvPicPr>
          <p:cNvPr id="4" name="Picture 3" descr="Screenshot of the Theme Colors tool. There are nine theme colors."/>
          <p:cNvPicPr>
            <a:picLocks noChangeAspect="1"/>
          </p:cNvPicPr>
          <p:nvPr/>
        </p:nvPicPr>
        <p:blipFill>
          <a:blip r:embed="rId4"/>
          <a:stretch>
            <a:fillRect/>
          </a:stretch>
        </p:blipFill>
        <p:spPr>
          <a:xfrm>
            <a:off x="8897845" y="2663809"/>
            <a:ext cx="2676561" cy="15888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
          <p:cNvSpPr txBox="1">
            <a:spLocks noGrp="1"/>
          </p:cNvSpPr>
          <p:nvPr>
            <p:ph type="ctrTitle"/>
          </p:nvPr>
        </p:nvSpPr>
        <p:spPr>
          <a:xfrm>
            <a:off x="838200" y="802432"/>
            <a:ext cx="10516566" cy="220367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lt1"/>
              </a:buClr>
              <a:buSzPts val="6000"/>
              <a:buFont typeface="Calibri"/>
              <a:buNone/>
            </a:pPr>
            <a:r>
              <a:rPr lang="en-US" dirty="0"/>
              <a:t>AIT-736 Applied Machine Learning</a:t>
            </a:r>
            <a:endParaRPr dirty="0"/>
          </a:p>
        </p:txBody>
      </p:sp>
      <p:sp>
        <p:nvSpPr>
          <p:cNvPr id="61" name="Google Shape;61;p1"/>
          <p:cNvSpPr txBox="1">
            <a:spLocks noGrp="1"/>
          </p:cNvSpPr>
          <p:nvPr>
            <p:ph type="subTitle" idx="1"/>
          </p:nvPr>
        </p:nvSpPr>
        <p:spPr>
          <a:xfrm>
            <a:off x="731520" y="3536724"/>
            <a:ext cx="7205472" cy="1443239"/>
          </a:xfrm>
          <a:prstGeom prst="rect">
            <a:avLst/>
          </a:prstGeom>
          <a:noFill/>
          <a:ln>
            <a:noFill/>
          </a:ln>
        </p:spPr>
        <p:txBody>
          <a:bodyPr spcFirstLastPara="1" wrap="square" lIns="91425" tIns="45700" rIns="91425" bIns="45700" anchor="t" anchorCtr="0">
            <a:normAutofit fontScale="70000" lnSpcReduction="20000"/>
          </a:bodyPr>
          <a:lstStyle/>
          <a:p>
            <a:pPr marL="0" lvl="0" indent="0" rtl="0">
              <a:lnSpc>
                <a:spcPct val="90000"/>
              </a:lnSpc>
              <a:spcBef>
                <a:spcPts val="0"/>
              </a:spcBef>
              <a:spcAft>
                <a:spcPts val="0"/>
              </a:spcAft>
              <a:buSzPts val="2100"/>
              <a:buNone/>
            </a:pPr>
            <a:r>
              <a:rPr lang="en-US" sz="3400" b="1" dirty="0"/>
              <a:t>Group Presentation: Team 3 – An Huynh</a:t>
            </a:r>
          </a:p>
          <a:p>
            <a:pPr marL="0" lvl="0" indent="0" rtl="0">
              <a:lnSpc>
                <a:spcPct val="90000"/>
              </a:lnSpc>
              <a:spcBef>
                <a:spcPts val="0"/>
              </a:spcBef>
              <a:spcAft>
                <a:spcPts val="0"/>
              </a:spcAft>
              <a:buSzPts val="2100"/>
              <a:buNone/>
            </a:pPr>
            <a:r>
              <a:rPr lang="en-US" sz="3400" b="1" dirty="0"/>
              <a:t>Telco Customer Churn Prediction</a:t>
            </a:r>
          </a:p>
          <a:p>
            <a:pPr marL="0" lvl="0" indent="0">
              <a:spcBef>
                <a:spcPts val="0"/>
              </a:spcBef>
            </a:pPr>
            <a:r>
              <a:rPr lang="en-US" sz="3200" dirty="0"/>
              <a:t>Course: AIT736 Applied Machine Learning (Spring 2026)</a:t>
            </a:r>
            <a:endParaRPr lang="en-US" sz="3200" b="1" dirty="0"/>
          </a:p>
          <a:p>
            <a:pPr marL="0" lvl="0" indent="0" rtl="0">
              <a:lnSpc>
                <a:spcPct val="90000"/>
              </a:lnSpc>
              <a:spcBef>
                <a:spcPts val="0"/>
              </a:spcBef>
              <a:spcAft>
                <a:spcPts val="0"/>
              </a:spcAft>
              <a:buSzPts val="2100"/>
              <a:buNone/>
            </a:pPr>
            <a:endParaRPr lang="en-US" dirty="0"/>
          </a:p>
          <a:p>
            <a:pPr marL="0" lvl="0" indent="0" rtl="0">
              <a:lnSpc>
                <a:spcPct val="90000"/>
              </a:lnSpc>
              <a:spcBef>
                <a:spcPts val="0"/>
              </a:spcBef>
              <a:spcAft>
                <a:spcPts val="0"/>
              </a:spcAft>
              <a:buSzPts val="2100"/>
              <a:buNone/>
            </a:pPr>
            <a:r>
              <a:rPr lang="en-US" dirty="0"/>
              <a:t>Faculty Course Developer: Dr. Emanuela Marasco</a:t>
            </a:r>
          </a:p>
        </p:txBody>
      </p:sp>
    </p:spTree>
    <p:extLst>
      <p:ext uri="{BB962C8B-B14F-4D97-AF65-F5344CB8AC3E}">
        <p14:creationId xmlns:p14="http://schemas.microsoft.com/office/powerpoint/2010/main" val="33257776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6"/>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Introduction/Motivation</a:t>
            </a:r>
            <a:endParaRPr dirty="0"/>
          </a:p>
        </p:txBody>
      </p:sp>
      <p:sp>
        <p:nvSpPr>
          <p:cNvPr id="2" name="TextBox 1">
            <a:extLst>
              <a:ext uri="{FF2B5EF4-FFF2-40B4-BE49-F238E27FC236}">
                <a16:creationId xmlns:a16="http://schemas.microsoft.com/office/drawing/2014/main" id="{7CF2D029-C269-57F6-BA63-7480209B09D2}"/>
              </a:ext>
            </a:extLst>
          </p:cNvPr>
          <p:cNvSpPr txBox="1"/>
          <p:nvPr/>
        </p:nvSpPr>
        <p:spPr>
          <a:xfrm>
            <a:off x="672353" y="1909482"/>
            <a:ext cx="11228294" cy="1600438"/>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cs typeface="Calibri" panose="020F0502020204030204" pitchFamily="34" charset="0"/>
              </a:rPr>
              <a:t>What churn is?</a:t>
            </a:r>
          </a:p>
          <a:p>
            <a:pPr marL="285750" indent="-285750">
              <a:buFont typeface="Arial" panose="020B0604020202020204" pitchFamily="34" charset="0"/>
              <a:buChar char="•"/>
            </a:pPr>
            <a:r>
              <a:rPr lang="en-US" sz="2800" dirty="0">
                <a:latin typeface="Calibri" panose="020F0502020204030204" pitchFamily="34" charset="0"/>
                <a:cs typeface="Calibri" panose="020F0502020204030204" pitchFamily="34" charset="0"/>
              </a:rPr>
              <a:t>Why churn matters (revenue loss, customer retention cost)</a:t>
            </a:r>
          </a:p>
          <a:p>
            <a:pPr marL="285750" indent="-285750">
              <a:buFont typeface="Arial" panose="020B0604020202020204" pitchFamily="34" charset="0"/>
              <a:buChar char="•"/>
            </a:pPr>
            <a:r>
              <a:rPr lang="en-US" sz="2800" dirty="0">
                <a:latin typeface="Calibri" panose="020F0502020204030204" pitchFamily="34" charset="0"/>
                <a:cs typeface="Calibri" panose="020F0502020204030204" pitchFamily="34" charset="0"/>
              </a:rPr>
              <a:t>Why prediction is useful for business?</a:t>
            </a:r>
          </a:p>
          <a:p>
            <a:pPr marL="285750" indent="-285750">
              <a:buFont typeface="Arial" panose="020B0604020202020204" pitchFamily="34" charset="0"/>
              <a:buChar char="•"/>
            </a:pPr>
            <a:endParaRPr lang="en-US" dirty="0">
              <a:latin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2"/>
          <p:cNvSpPr txBox="1">
            <a:spLocks noGrp="1"/>
          </p:cNvSpPr>
          <p:nvPr>
            <p:ph type="body" idx="1"/>
          </p:nvPr>
        </p:nvSpPr>
        <p:spPr>
          <a:xfrm>
            <a:off x="839788" y="1909482"/>
            <a:ext cx="10515600" cy="4061827"/>
          </a:xfrm>
          <a:prstGeom prst="rect">
            <a:avLst/>
          </a:prstGeom>
          <a:noFill/>
          <a:ln>
            <a:noFill/>
          </a:ln>
        </p:spPr>
        <p:txBody>
          <a:bodyPr spcFirstLastPara="1" wrap="square" lIns="91425" tIns="45700" rIns="91425" bIns="45700" anchor="t" anchorCtr="0">
            <a:normAutofit fontScale="85000" lnSpcReduction="20000"/>
          </a:bodyPr>
          <a:lstStyle/>
          <a:p>
            <a:pPr marL="590550" indent="-457200">
              <a:lnSpc>
                <a:spcPct val="150000"/>
              </a:lnSpc>
              <a:spcBef>
                <a:spcPts val="0"/>
              </a:spcBef>
              <a:buSzPts val="2100"/>
            </a:pPr>
            <a:r>
              <a:rPr lang="en-US" dirty="0">
                <a:solidFill>
                  <a:srgbClr val="000000"/>
                </a:solidFill>
              </a:rPr>
              <a:t>Problem statement: This project aims at building different machine learning models to predict customer churn at Telco company by analyzing customer related factors.</a:t>
            </a:r>
          </a:p>
          <a:p>
            <a:pPr marL="590550" indent="-457200">
              <a:lnSpc>
                <a:spcPct val="150000"/>
              </a:lnSpc>
              <a:spcBef>
                <a:spcPts val="0"/>
              </a:spcBef>
              <a:buSzPts val="2100"/>
            </a:pPr>
            <a:r>
              <a:rPr lang="en-US" dirty="0">
                <a:solidFill>
                  <a:srgbClr val="000000"/>
                </a:solidFill>
              </a:rPr>
              <a:t>Target variable: Churn (Yes/No)</a:t>
            </a:r>
          </a:p>
          <a:p>
            <a:pPr marL="590550" indent="-457200">
              <a:lnSpc>
                <a:spcPct val="150000"/>
              </a:lnSpc>
              <a:spcBef>
                <a:spcPts val="0"/>
              </a:spcBef>
              <a:buSzPts val="2100"/>
            </a:pPr>
            <a:r>
              <a:rPr lang="en-US" dirty="0">
                <a:solidFill>
                  <a:srgbClr val="000000"/>
                </a:solidFill>
              </a:rPr>
              <a:t>Business goal: The primary goal is to maximize churn detection (recall) while minimizing the number of missed churner, enabling the company to proactively retain customers</a:t>
            </a:r>
          </a:p>
          <a:p>
            <a:pPr marL="590550" indent="-457200">
              <a:lnSpc>
                <a:spcPct val="150000"/>
              </a:lnSpc>
              <a:spcBef>
                <a:spcPts val="0"/>
              </a:spcBef>
              <a:buSzPts val="2100"/>
            </a:pPr>
            <a:r>
              <a:rPr lang="en-US" dirty="0">
                <a:solidFill>
                  <a:srgbClr val="000000"/>
                </a:solidFill>
              </a:rPr>
              <a:t>Challenge: class imbalance</a:t>
            </a:r>
            <a:endParaRPr dirty="0">
              <a:solidFill>
                <a:srgbClr val="000000"/>
              </a:solidFill>
            </a:endParaRPr>
          </a:p>
        </p:txBody>
      </p:sp>
      <p:sp>
        <p:nvSpPr>
          <p:cNvPr id="68" name="Google Shape;68;p2"/>
          <p:cNvSpPr txBox="1">
            <a:spLocks noGrp="1"/>
          </p:cNvSpPr>
          <p:nvPr>
            <p:ph type="title"/>
          </p:nvPr>
        </p:nvSpPr>
        <p:spPr>
          <a:xfrm>
            <a:off x="839788"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Problem Statement/Business Goal</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7"/>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Dataset name: Telco Customer Churn</a:t>
            </a:r>
          </a:p>
          <a:p>
            <a:pPr marL="590550" indent="-457200">
              <a:lnSpc>
                <a:spcPct val="90000"/>
              </a:lnSpc>
              <a:spcBef>
                <a:spcPts val="0"/>
              </a:spcBef>
              <a:buSzPts val="2100"/>
            </a:pPr>
            <a:r>
              <a:rPr lang="en-US" dirty="0">
                <a:solidFill>
                  <a:srgbClr val="000000"/>
                </a:solidFill>
              </a:rPr>
              <a:t>Source: Kaggle</a:t>
            </a:r>
          </a:p>
          <a:p>
            <a:pPr marL="590550" indent="-457200">
              <a:lnSpc>
                <a:spcPct val="90000"/>
              </a:lnSpc>
              <a:spcBef>
                <a:spcPts val="0"/>
              </a:spcBef>
              <a:buSzPts val="2100"/>
            </a:pPr>
            <a:r>
              <a:rPr lang="en-US" dirty="0">
                <a:solidFill>
                  <a:srgbClr val="000000"/>
                </a:solidFill>
              </a:rPr>
              <a:t>Size: (#rows, #columns)</a:t>
            </a:r>
          </a:p>
          <a:p>
            <a:pPr marL="590550" indent="-457200">
              <a:lnSpc>
                <a:spcPct val="90000"/>
              </a:lnSpc>
              <a:spcBef>
                <a:spcPts val="0"/>
              </a:spcBef>
              <a:buSzPts val="2100"/>
            </a:pPr>
            <a:r>
              <a:rPr lang="en-US" dirty="0">
                <a:solidFill>
                  <a:srgbClr val="000000"/>
                </a:solidFill>
              </a:rPr>
              <a:t>Feature types:</a:t>
            </a:r>
          </a:p>
          <a:p>
            <a:pPr marL="590550" indent="-457200">
              <a:lnSpc>
                <a:spcPct val="90000"/>
              </a:lnSpc>
              <a:spcBef>
                <a:spcPts val="0"/>
              </a:spcBef>
              <a:buSzPts val="2100"/>
            </a:pPr>
            <a:r>
              <a:rPr lang="en-US" dirty="0">
                <a:solidFill>
                  <a:srgbClr val="000000"/>
                </a:solidFill>
              </a:rPr>
              <a:t>Brief mention of key features</a:t>
            </a:r>
            <a:endParaRPr dirty="0">
              <a:solidFill>
                <a:srgbClr val="000000"/>
              </a:solidFill>
            </a:endParaRPr>
          </a:p>
        </p:txBody>
      </p:sp>
      <p:sp>
        <p:nvSpPr>
          <p:cNvPr id="97" name="Google Shape;97;p7"/>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Description</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28C029E-1034-89DC-D7A2-63B016445F50}"/>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79EF9916-657D-A356-C8CB-EE41BF232E89}"/>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Dataset name: Telco Customer Churn</a:t>
            </a:r>
          </a:p>
          <a:p>
            <a:pPr marL="590550" indent="-457200">
              <a:lnSpc>
                <a:spcPct val="90000"/>
              </a:lnSpc>
              <a:spcBef>
                <a:spcPts val="0"/>
              </a:spcBef>
              <a:buSzPts val="2100"/>
            </a:pPr>
            <a:r>
              <a:rPr lang="en-US" dirty="0">
                <a:solidFill>
                  <a:srgbClr val="000000"/>
                </a:solidFill>
              </a:rPr>
              <a:t>Source: Kaggle</a:t>
            </a:r>
          </a:p>
          <a:p>
            <a:pPr marL="590550" indent="-457200">
              <a:lnSpc>
                <a:spcPct val="90000"/>
              </a:lnSpc>
              <a:spcBef>
                <a:spcPts val="0"/>
              </a:spcBef>
              <a:buSzPts val="2100"/>
            </a:pPr>
            <a:r>
              <a:rPr lang="en-US" dirty="0">
                <a:solidFill>
                  <a:srgbClr val="000000"/>
                </a:solidFill>
              </a:rPr>
              <a:t>Size: (#rows, #columns)</a:t>
            </a:r>
          </a:p>
          <a:p>
            <a:pPr marL="590550" indent="-457200">
              <a:lnSpc>
                <a:spcPct val="90000"/>
              </a:lnSpc>
              <a:spcBef>
                <a:spcPts val="0"/>
              </a:spcBef>
              <a:buSzPts val="2100"/>
            </a:pPr>
            <a:r>
              <a:rPr lang="en-US" dirty="0">
                <a:solidFill>
                  <a:srgbClr val="000000"/>
                </a:solidFill>
              </a:rPr>
              <a:t>Feature types:</a:t>
            </a:r>
          </a:p>
          <a:p>
            <a:pPr marL="590550" indent="-457200">
              <a:lnSpc>
                <a:spcPct val="90000"/>
              </a:lnSpc>
              <a:spcBef>
                <a:spcPts val="0"/>
              </a:spcBef>
              <a:buSzPts val="2100"/>
            </a:pPr>
            <a:r>
              <a:rPr lang="en-US" dirty="0">
                <a:solidFill>
                  <a:srgbClr val="000000"/>
                </a:solidFill>
              </a:rPr>
              <a:t>Brief mention of key features</a:t>
            </a:r>
            <a:endParaRPr dirty="0">
              <a:solidFill>
                <a:srgbClr val="000000"/>
              </a:solidFill>
            </a:endParaRPr>
          </a:p>
        </p:txBody>
      </p:sp>
      <p:sp>
        <p:nvSpPr>
          <p:cNvPr id="97" name="Google Shape;97;p7">
            <a:extLst>
              <a:ext uri="{FF2B5EF4-FFF2-40B4-BE49-F238E27FC236}">
                <a16:creationId xmlns:a16="http://schemas.microsoft.com/office/drawing/2014/main" id="{B132F64C-766A-6C66-FCB4-B2F61AEBA58E}"/>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Exploratory Data Analysis</a:t>
            </a:r>
            <a:endParaRPr dirty="0"/>
          </a:p>
        </p:txBody>
      </p:sp>
    </p:spTree>
    <p:extLst>
      <p:ext uri="{BB962C8B-B14F-4D97-AF65-F5344CB8AC3E}">
        <p14:creationId xmlns:p14="http://schemas.microsoft.com/office/powerpoint/2010/main" val="13762911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B3BA4B89-D9E8-647D-1388-E6A29CBD0CA9}"/>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6DAA00DE-A237-7490-0F82-0DEF7DC04885}"/>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Convert ‘</a:t>
            </a:r>
            <a:r>
              <a:rPr lang="en-US" dirty="0" err="1">
                <a:solidFill>
                  <a:srgbClr val="000000"/>
                </a:solidFill>
              </a:rPr>
              <a:t>TotalCharges</a:t>
            </a:r>
            <a:r>
              <a:rPr lang="en-US" dirty="0">
                <a:solidFill>
                  <a:srgbClr val="000000"/>
                </a:solidFill>
              </a:rPr>
              <a:t>’ column to numeric type. </a:t>
            </a:r>
          </a:p>
          <a:p>
            <a:pPr marL="590550" indent="-457200">
              <a:lnSpc>
                <a:spcPct val="90000"/>
              </a:lnSpc>
              <a:spcBef>
                <a:spcPts val="0"/>
              </a:spcBef>
              <a:buSzPts val="2100"/>
            </a:pPr>
            <a:r>
              <a:rPr lang="en-US" dirty="0">
                <a:solidFill>
                  <a:srgbClr val="000000"/>
                </a:solidFill>
              </a:rPr>
              <a:t>Handling missing values (drop 11 rows with null values)</a:t>
            </a:r>
          </a:p>
          <a:p>
            <a:pPr marL="590550" indent="-457200">
              <a:lnSpc>
                <a:spcPct val="90000"/>
              </a:lnSpc>
              <a:spcBef>
                <a:spcPts val="0"/>
              </a:spcBef>
              <a:buSzPts val="2100"/>
            </a:pPr>
            <a:r>
              <a:rPr lang="en-US" dirty="0">
                <a:solidFill>
                  <a:srgbClr val="000000"/>
                </a:solidFill>
              </a:rPr>
              <a:t>Source: Kaggle</a:t>
            </a:r>
          </a:p>
          <a:p>
            <a:pPr marL="590550" indent="-457200">
              <a:lnSpc>
                <a:spcPct val="90000"/>
              </a:lnSpc>
              <a:spcBef>
                <a:spcPts val="0"/>
              </a:spcBef>
              <a:buSzPts val="2100"/>
            </a:pPr>
            <a:r>
              <a:rPr lang="en-US" dirty="0">
                <a:solidFill>
                  <a:srgbClr val="000000"/>
                </a:solidFill>
              </a:rPr>
              <a:t>Encoding categorical variables (be more specific)</a:t>
            </a:r>
          </a:p>
        </p:txBody>
      </p:sp>
      <p:sp>
        <p:nvSpPr>
          <p:cNvPr id="97" name="Google Shape;97;p7">
            <a:extLst>
              <a:ext uri="{FF2B5EF4-FFF2-40B4-BE49-F238E27FC236}">
                <a16:creationId xmlns:a16="http://schemas.microsoft.com/office/drawing/2014/main" id="{13A6A0C3-4469-32D4-BAE4-B837717EE04A}"/>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Preparation and Cleaning</a:t>
            </a:r>
            <a:endParaRPr dirty="0"/>
          </a:p>
        </p:txBody>
      </p:sp>
    </p:spTree>
    <p:extLst>
      <p:ext uri="{BB962C8B-B14F-4D97-AF65-F5344CB8AC3E}">
        <p14:creationId xmlns:p14="http://schemas.microsoft.com/office/powerpoint/2010/main" val="20243433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571C434B-C169-7AE7-6C92-DE7A9D63BD65}"/>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F83B0704-1788-0BB9-DE51-9BC1518211D2}"/>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Describe the heatmap</a:t>
            </a:r>
          </a:p>
        </p:txBody>
      </p:sp>
      <p:sp>
        <p:nvSpPr>
          <p:cNvPr id="97" name="Google Shape;97;p7">
            <a:extLst>
              <a:ext uri="{FF2B5EF4-FFF2-40B4-BE49-F238E27FC236}">
                <a16:creationId xmlns:a16="http://schemas.microsoft.com/office/drawing/2014/main" id="{43020209-81C1-A326-AF7A-E4F040CBAB8D}"/>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Dataset Visualization</a:t>
            </a:r>
            <a:endParaRPr dirty="0"/>
          </a:p>
        </p:txBody>
      </p:sp>
    </p:spTree>
    <p:extLst>
      <p:ext uri="{BB962C8B-B14F-4D97-AF65-F5344CB8AC3E}">
        <p14:creationId xmlns:p14="http://schemas.microsoft.com/office/powerpoint/2010/main" val="3279804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4E46CF19-62A2-AEC3-FE7F-6D34443D002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5D219DD-FBDE-66E7-ECE8-FB875C16BB16}"/>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What VIF tells us</a:t>
            </a:r>
          </a:p>
          <a:p>
            <a:pPr marL="590550" indent="-457200">
              <a:lnSpc>
                <a:spcPct val="90000"/>
              </a:lnSpc>
              <a:spcBef>
                <a:spcPts val="0"/>
              </a:spcBef>
              <a:buSzPts val="2100"/>
            </a:pPr>
            <a:r>
              <a:rPr lang="en-US" dirty="0">
                <a:solidFill>
                  <a:srgbClr val="000000"/>
                </a:solidFill>
              </a:rPr>
              <a:t>Why we use tree-based model based on VIF</a:t>
            </a:r>
          </a:p>
        </p:txBody>
      </p:sp>
      <p:sp>
        <p:nvSpPr>
          <p:cNvPr id="97" name="Google Shape;97;p7">
            <a:extLst>
              <a:ext uri="{FF2B5EF4-FFF2-40B4-BE49-F238E27FC236}">
                <a16:creationId xmlns:a16="http://schemas.microsoft.com/office/drawing/2014/main" id="{FA2C7981-F6F6-65C8-FF62-D2C559BD6F67}"/>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Multicollinearity Analysis (VIF)</a:t>
            </a:r>
            <a:endParaRPr dirty="0"/>
          </a:p>
        </p:txBody>
      </p:sp>
    </p:spTree>
    <p:extLst>
      <p:ext uri="{BB962C8B-B14F-4D97-AF65-F5344CB8AC3E}">
        <p14:creationId xmlns:p14="http://schemas.microsoft.com/office/powerpoint/2010/main" val="2834202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F6F7301D-C962-29E6-5507-F2754EF8EC48}"/>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E9F0994C-C424-A3E5-9BC2-03F0A2BDEB96}"/>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0ECDD2A7-67DF-B22F-9993-B707F5420D3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Train/Test Split</a:t>
            </a:r>
            <a:endParaRPr dirty="0"/>
          </a:p>
        </p:txBody>
      </p:sp>
    </p:spTree>
    <p:extLst>
      <p:ext uri="{BB962C8B-B14F-4D97-AF65-F5344CB8AC3E}">
        <p14:creationId xmlns:p14="http://schemas.microsoft.com/office/powerpoint/2010/main" val="40956343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C29ABF07-67D2-04BF-6145-5A0E410314DE}"/>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A87696EE-E8C3-8890-0695-A7FCE62ECA0E}"/>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C018BC81-6E33-DB97-0FE4-0F37056005C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Models Development</a:t>
            </a:r>
            <a:endParaRPr dirty="0"/>
          </a:p>
        </p:txBody>
      </p:sp>
    </p:spTree>
    <p:extLst>
      <p:ext uri="{BB962C8B-B14F-4D97-AF65-F5344CB8AC3E}">
        <p14:creationId xmlns:p14="http://schemas.microsoft.com/office/powerpoint/2010/main" val="33551739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E16D56A4-10B8-983D-733F-8D882AD046A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6999B294-2A12-7D0C-C1AE-27D81F40A2C6}"/>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173D0D8C-D770-640B-D256-FD7E599BD93A}"/>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Models Comparison</a:t>
            </a:r>
            <a:endParaRPr dirty="0"/>
          </a:p>
        </p:txBody>
      </p:sp>
    </p:spTree>
    <p:extLst>
      <p:ext uri="{BB962C8B-B14F-4D97-AF65-F5344CB8AC3E}">
        <p14:creationId xmlns:p14="http://schemas.microsoft.com/office/powerpoint/2010/main" val="3050785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F686C22B-96D1-F324-432B-6E736E516BEB}"/>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4447BBBA-2E22-B8FE-2650-7A6F3E633629}"/>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72473C69-30C4-1C33-BCBA-492299DE4AA1}"/>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XGBOOST Model Tuning</a:t>
            </a:r>
            <a:endParaRPr dirty="0"/>
          </a:p>
        </p:txBody>
      </p:sp>
    </p:spTree>
    <p:extLst>
      <p:ext uri="{BB962C8B-B14F-4D97-AF65-F5344CB8AC3E}">
        <p14:creationId xmlns:p14="http://schemas.microsoft.com/office/powerpoint/2010/main" val="1837633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130F46AF-E358-1C64-D95E-C74373D871FD}"/>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D7D9C789-7F0F-314B-5BFA-4CE56A99350F}"/>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A0B24EA8-E114-6A94-C27D-9D55D45C0CA9}"/>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Final XGBOOST Model</a:t>
            </a:r>
            <a:endParaRPr dirty="0"/>
          </a:p>
        </p:txBody>
      </p:sp>
    </p:spTree>
    <p:extLst>
      <p:ext uri="{BB962C8B-B14F-4D97-AF65-F5344CB8AC3E}">
        <p14:creationId xmlns:p14="http://schemas.microsoft.com/office/powerpoint/2010/main" val="3649888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6C9FFF1B-C788-C476-D318-63C55C949E80}"/>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3344012-5D5E-C83C-4D37-BB7D2ACECC76}"/>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799E0F2E-1741-E95B-B205-786255AA5FD5}"/>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Model Evaluation</a:t>
            </a:r>
            <a:endParaRPr dirty="0"/>
          </a:p>
        </p:txBody>
      </p:sp>
    </p:spTree>
    <p:extLst>
      <p:ext uri="{BB962C8B-B14F-4D97-AF65-F5344CB8AC3E}">
        <p14:creationId xmlns:p14="http://schemas.microsoft.com/office/powerpoint/2010/main" val="905592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892C4BFF-0F5D-5853-DDCE-95BA16F76298}"/>
            </a:ext>
          </a:extLst>
        </p:cNvPr>
        <p:cNvGrpSpPr/>
        <p:nvPr/>
      </p:nvGrpSpPr>
      <p:grpSpPr>
        <a:xfrm>
          <a:off x="0" y="0"/>
          <a:ext cx="0" cy="0"/>
          <a:chOff x="0" y="0"/>
          <a:chExt cx="0" cy="0"/>
        </a:xfrm>
      </p:grpSpPr>
      <p:sp>
        <p:nvSpPr>
          <p:cNvPr id="96" name="Google Shape;96;p7">
            <a:extLst>
              <a:ext uri="{FF2B5EF4-FFF2-40B4-BE49-F238E27FC236}">
                <a16:creationId xmlns:a16="http://schemas.microsoft.com/office/drawing/2014/main" id="{9735E29E-0944-B1B4-2165-18C86AB27D02}"/>
              </a:ext>
            </a:extLst>
          </p:cNvPr>
          <p:cNvSpPr txBox="1">
            <a:spLocks noGrp="1"/>
          </p:cNvSpPr>
          <p:nvPr>
            <p:ph type="body" idx="1"/>
          </p:nvPr>
        </p:nvSpPr>
        <p:spPr>
          <a:xfrm>
            <a:off x="838200" y="1828800"/>
            <a:ext cx="10515600" cy="4118524"/>
          </a:xfrm>
          <a:prstGeom prst="rect">
            <a:avLst/>
          </a:prstGeom>
          <a:noFill/>
          <a:ln>
            <a:noFill/>
          </a:ln>
        </p:spPr>
        <p:txBody>
          <a:bodyPr spcFirstLastPara="1" wrap="square" lIns="91425" tIns="45700" rIns="91425" bIns="45700" anchor="t" anchorCtr="0">
            <a:normAutofit/>
          </a:bodyPr>
          <a:lstStyle/>
          <a:p>
            <a:pPr marL="590550" indent="-457200">
              <a:lnSpc>
                <a:spcPct val="90000"/>
              </a:lnSpc>
              <a:spcBef>
                <a:spcPts val="0"/>
              </a:spcBef>
              <a:buSzPts val="2100"/>
            </a:pPr>
            <a:r>
              <a:rPr lang="en-US" dirty="0">
                <a:solidFill>
                  <a:srgbClr val="000000"/>
                </a:solidFill>
              </a:rPr>
              <a:t>Train – test – split with 80% reserved for training, and 20% reserved for testing</a:t>
            </a:r>
          </a:p>
        </p:txBody>
      </p:sp>
      <p:sp>
        <p:nvSpPr>
          <p:cNvPr id="97" name="Google Shape;97;p7">
            <a:extLst>
              <a:ext uri="{FF2B5EF4-FFF2-40B4-BE49-F238E27FC236}">
                <a16:creationId xmlns:a16="http://schemas.microsoft.com/office/drawing/2014/main" id="{8CFDD088-773C-9029-A6B9-F9DBC3596112}"/>
              </a:ext>
            </a:extLst>
          </p:cNvPr>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Conclusion</a:t>
            </a:r>
            <a:endParaRPr dirty="0"/>
          </a:p>
        </p:txBody>
      </p:sp>
    </p:spTree>
    <p:extLst>
      <p:ext uri="{BB962C8B-B14F-4D97-AF65-F5344CB8AC3E}">
        <p14:creationId xmlns:p14="http://schemas.microsoft.com/office/powerpoint/2010/main" val="40487081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3"/>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006633"/>
              </a:buClr>
              <a:buSzPts val="4400"/>
              <a:buFont typeface="Calibri"/>
              <a:buNone/>
            </a:pPr>
            <a:r>
              <a:rPr lang="en-US" dirty="0"/>
              <a:t>Table Type 1:Update the text in this title box to create a slide </a:t>
            </a:r>
            <a:r>
              <a:rPr lang="en-US" dirty="0" err="1"/>
              <a:t>titleUpdate</a:t>
            </a:r>
            <a:r>
              <a:rPr lang="en-US" dirty="0"/>
              <a:t> the text in this title box to create a slide title</a:t>
            </a:r>
            <a:endParaRPr dirty="0"/>
          </a:p>
        </p:txBody>
      </p:sp>
      <p:graphicFrame>
        <p:nvGraphicFramePr>
          <p:cNvPr id="74" name="Google Shape;74;p3"/>
          <p:cNvGraphicFramePr/>
          <p:nvPr>
            <p:extLst>
              <p:ext uri="{D42A27DB-BD31-4B8C-83A1-F6EECF244321}">
                <p14:modId xmlns:p14="http://schemas.microsoft.com/office/powerpoint/2010/main" val="1699500916"/>
              </p:ext>
            </p:extLst>
          </p:nvPr>
        </p:nvGraphicFramePr>
        <p:xfrm>
          <a:off x="838200" y="1828799"/>
          <a:ext cx="10515600" cy="3840620"/>
        </p:xfrm>
        <a:graphic>
          <a:graphicData uri="http://schemas.openxmlformats.org/drawingml/2006/table">
            <a:tbl>
              <a:tblPr firstRow="1" bandRow="1">
                <a:noFill/>
                <a:tableStyleId>{9FC0CF5B-8249-4F8D-B440-F45ADADE8D9B}</a:tableStyleId>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1752600">
                  <a:extLst>
                    <a:ext uri="{9D8B030D-6E8A-4147-A177-3AD203B41FA5}">
                      <a16:colId xmlns:a16="http://schemas.microsoft.com/office/drawing/2014/main" val="20004"/>
                    </a:ext>
                  </a:extLst>
                </a:gridCol>
                <a:gridCol w="1752600">
                  <a:extLst>
                    <a:ext uri="{9D8B030D-6E8A-4147-A177-3AD203B41FA5}">
                      <a16:colId xmlns:a16="http://schemas.microsoft.com/office/drawing/2014/main" val="20005"/>
                    </a:ext>
                  </a:extLst>
                </a:gridCol>
              </a:tblGrid>
              <a:tr h="0">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dirty="0">
                          <a:solidFill>
                            <a:schemeClr val="lt1"/>
                          </a:solidFill>
                        </a:rPr>
                        <a:t>EDIT MASTER COLUMN HEADER STYLE</a:t>
                      </a:r>
                      <a:endParaRPr sz="1200" b="1" u="none" strike="noStrike" cap="none" dirty="0">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rgbClr val="000000"/>
                          </a:solidFill>
                          <a:latin typeface="Calibri"/>
                          <a:ea typeface="Calibri"/>
                          <a:cs typeface="Calibri"/>
                          <a:sym typeface="Calibri"/>
                        </a:rPr>
                        <a:t>Edit Master table text styles</a:t>
                      </a: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sz="1200" b="0" i="0" u="none" strike="noStrike" cap="none" dirty="0">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dirty="0"/>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dirty="0">
                          <a:solidFill>
                            <a:srgbClr val="000000"/>
                          </a:solidFill>
                          <a:latin typeface="Calibri"/>
                          <a:ea typeface="Calibri"/>
                          <a:cs typeface="Calibri"/>
                          <a:sym typeface="Calibri"/>
                        </a:rPr>
                        <a:t>Edit Master table text styles</a:t>
                      </a:r>
                      <a:endParaRPr dirty="0"/>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4"/>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Table Type 2:Update the text in this title box to create a slide title</a:t>
            </a:r>
            <a:endParaRPr dirty="0"/>
          </a:p>
        </p:txBody>
      </p:sp>
      <p:graphicFrame>
        <p:nvGraphicFramePr>
          <p:cNvPr id="80" name="Google Shape;80;p4"/>
          <p:cNvGraphicFramePr/>
          <p:nvPr/>
        </p:nvGraphicFramePr>
        <p:xfrm>
          <a:off x="838200" y="1828799"/>
          <a:ext cx="10515600" cy="3840620"/>
        </p:xfrm>
        <a:graphic>
          <a:graphicData uri="http://schemas.openxmlformats.org/drawingml/2006/table">
            <a:tbl>
              <a:tblPr firstRow="1" bandRow="1">
                <a:noFill/>
                <a:tableStyleId>{9FC0CF5B-8249-4F8D-B440-F45ADADE8D9B}</a:tableStyleId>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1752600">
                  <a:extLst>
                    <a:ext uri="{9D8B030D-6E8A-4147-A177-3AD203B41FA5}">
                      <a16:colId xmlns:a16="http://schemas.microsoft.com/office/drawing/2014/main" val="20004"/>
                    </a:ext>
                  </a:extLst>
                </a:gridCol>
                <a:gridCol w="1752600">
                  <a:extLst>
                    <a:ext uri="{9D8B030D-6E8A-4147-A177-3AD203B41FA5}">
                      <a16:colId xmlns:a16="http://schemas.microsoft.com/office/drawing/2014/main" val="20005"/>
                    </a:ext>
                  </a:extLst>
                </a:gridCol>
              </a:tblGrid>
              <a:tr h="0">
                <a:tc>
                  <a:txBody>
                    <a:bodyPr/>
                    <a:lstStyle/>
                    <a:p>
                      <a:pPr marL="0" marR="0" lvl="0" indent="0" algn="l" rtl="0">
                        <a:lnSpc>
                          <a:spcPct val="100000"/>
                        </a:lnSpc>
                        <a:spcBef>
                          <a:spcPts val="0"/>
                        </a:spcBef>
                        <a:spcAft>
                          <a:spcPts val="0"/>
                        </a:spcAft>
                        <a:buClr>
                          <a:schemeClr val="dk1"/>
                        </a:buClr>
                        <a:buSzPts val="1200"/>
                        <a:buFont typeface="Calibri"/>
                        <a:buNone/>
                      </a:pPr>
                      <a:endParaRPr sz="1200" b="1" u="none" strike="noStrike" cap="none">
                        <a:solidFill>
                          <a:schemeClr val="lt1"/>
                        </a:solidFill>
                      </a:endParaRPr>
                    </a:p>
                  </a:txBody>
                  <a:tcPr marL="91450" marR="91450" marT="91450" marB="91450" anchor="ctr">
                    <a:lnL w="9525" cap="flat" cmpd="sng">
                      <a:solidFill>
                        <a:srgbClr val="000000">
                          <a:alpha val="0"/>
                        </a:srgbClr>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marR="0" lvl="0" indent="0" algn="l" rtl="0">
                        <a:lnSpc>
                          <a:spcPct val="100000"/>
                        </a:lnSpc>
                        <a:spcBef>
                          <a:spcPts val="0"/>
                        </a:spcBef>
                        <a:spcAft>
                          <a:spcPts val="0"/>
                        </a:spcAft>
                        <a:buClr>
                          <a:schemeClr val="lt1"/>
                        </a:buClr>
                        <a:buSzPts val="1200"/>
                        <a:buFont typeface="Calibri"/>
                        <a:buNone/>
                      </a:pPr>
                      <a:r>
                        <a:rPr lang="en-US" sz="1200" b="1" u="none" strike="noStrike" cap="none">
                          <a:solidFill>
                            <a:schemeClr val="lt1"/>
                          </a:solidFill>
                        </a:rPr>
                        <a:t>EDIT MASTER COLUMN HEADER STYLE</a:t>
                      </a:r>
                      <a:endParaRPr sz="1200" b="1" u="none" strike="noStrike" cap="none">
                        <a:solidFill>
                          <a:schemeClr val="lt1"/>
                        </a:solidFill>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chemeClr val="dk1"/>
                        </a:buClr>
                        <a:buSzPts val="1200"/>
                        <a:buFont typeface="Calibri"/>
                        <a:buNone/>
                      </a:pPr>
                      <a:r>
                        <a:rPr lang="en-US" sz="1200" b="1" i="0" u="none" strike="noStrike" cap="none">
                          <a:solidFill>
                            <a:schemeClr val="dk1"/>
                          </a:solidFill>
                          <a:latin typeface="Calibri"/>
                          <a:ea typeface="Calibri"/>
                          <a:cs typeface="Calibri"/>
                          <a:sym typeface="Calibri"/>
                        </a:rPr>
                        <a:t>EDIT MASTER ROW HEADER STYLE</a:t>
                      </a:r>
                      <a:endParaRPr sz="1200" b="1" i="0" u="none" strike="noStrike" cap="none">
                        <a:solidFill>
                          <a:schemeClr val="dk1"/>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5"/>
          <p:cNvSpPr txBox="1">
            <a:spLocks noGrp="1"/>
          </p:cNvSpPr>
          <p:nvPr>
            <p:ph type="title"/>
          </p:nvPr>
        </p:nvSpPr>
        <p:spPr>
          <a:xfrm>
            <a:off x="838200" y="0"/>
            <a:ext cx="10515600" cy="1371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6633"/>
              </a:buClr>
              <a:buSzPts val="4400"/>
              <a:buFont typeface="Calibri"/>
              <a:buNone/>
            </a:pPr>
            <a:r>
              <a:rPr lang="en-US" dirty="0"/>
              <a:t>Table Type 3:Update the text in this title box to create a slide title</a:t>
            </a:r>
          </a:p>
        </p:txBody>
      </p:sp>
      <p:graphicFrame>
        <p:nvGraphicFramePr>
          <p:cNvPr id="86" name="Google Shape;86;p5"/>
          <p:cNvGraphicFramePr/>
          <p:nvPr/>
        </p:nvGraphicFramePr>
        <p:xfrm>
          <a:off x="838200" y="1828799"/>
          <a:ext cx="10515600" cy="2773790"/>
        </p:xfrm>
        <a:graphic>
          <a:graphicData uri="http://schemas.openxmlformats.org/drawingml/2006/table">
            <a:tbl>
              <a:tblPr firstRow="1" bandRow="1">
                <a:noFill/>
                <a:tableStyleId>{9FC0CF5B-8249-4F8D-B440-F45ADADE8D9B}</a:tableStyleId>
              </a:tblPr>
              <a:tblGrid>
                <a:gridCol w="2708575">
                  <a:extLst>
                    <a:ext uri="{9D8B030D-6E8A-4147-A177-3AD203B41FA5}">
                      <a16:colId xmlns:a16="http://schemas.microsoft.com/office/drawing/2014/main" val="20000"/>
                    </a:ext>
                  </a:extLst>
                </a:gridCol>
                <a:gridCol w="7807025">
                  <a:extLst>
                    <a:ext uri="{9D8B030D-6E8A-4147-A177-3AD203B41FA5}">
                      <a16:colId xmlns:a16="http://schemas.microsoft.com/office/drawing/2014/main" val="20001"/>
                    </a:ext>
                  </a:extLst>
                </a:gridCol>
              </a:tblGrid>
              <a:tr h="0">
                <a:tc>
                  <a:txBody>
                    <a:bodyPr/>
                    <a:lstStyle/>
                    <a:p>
                      <a:pPr marL="0" marR="0" lvl="0" indent="0" algn="ctr" rtl="0">
                        <a:lnSpc>
                          <a:spcPct val="100000"/>
                        </a:lnSpc>
                        <a:spcBef>
                          <a:spcPts val="0"/>
                        </a:spcBef>
                        <a:spcAft>
                          <a:spcPts val="0"/>
                        </a:spcAft>
                        <a:buClr>
                          <a:schemeClr val="lt1"/>
                        </a:buClr>
                        <a:buSzPts val="1400"/>
                        <a:buFont typeface="Calibri"/>
                        <a:buNone/>
                      </a:pPr>
                      <a:endParaRPr/>
                    </a:p>
                  </a:txBody>
                  <a:tcPr marL="182875" marR="182875" marT="182875" marB="182875"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tc>
                  <a:txBody>
                    <a:bodyPr/>
                    <a:lstStyle/>
                    <a:p>
                      <a:pPr marL="0" lvl="0" indent="0" algn="ctr" rtl="0">
                        <a:spcBef>
                          <a:spcPts val="0"/>
                        </a:spcBef>
                        <a:spcAft>
                          <a:spcPts val="0"/>
                        </a:spcAft>
                        <a:buNone/>
                      </a:pPr>
                      <a:r>
                        <a:rPr lang="en-US" b="1">
                          <a:solidFill>
                            <a:schemeClr val="lt1"/>
                          </a:solidFill>
                        </a:rPr>
                        <a:t>TITLE OF TABLE HERE</a:t>
                      </a:r>
                      <a:endParaRPr/>
                    </a:p>
                  </a:txBody>
                  <a:tcPr marL="182875" marR="182875" marT="182875" marB="182875"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006633"/>
                    </a:solidFill>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chemeClr val="dk1"/>
                        </a:buClr>
                        <a:buSzPts val="1200"/>
                        <a:buFont typeface="Calibri"/>
                        <a:buNone/>
                      </a:pPr>
                      <a:r>
                        <a:rPr lang="en-US" sz="1200" u="none" strike="noStrike" cap="none"/>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sz="1200" b="0"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rgbClr val="000000"/>
                        </a:buClr>
                        <a:buSzPts val="1200"/>
                        <a:buFont typeface="Calibri"/>
                        <a:buNone/>
                      </a:pPr>
                      <a:r>
                        <a:rPr lang="en-US" sz="1200" b="1" i="0" u="none" strike="noStrike" cap="none">
                          <a:solidFill>
                            <a:srgbClr val="000000"/>
                          </a:solidFill>
                          <a:latin typeface="Calibri"/>
                          <a:ea typeface="Calibri"/>
                          <a:cs typeface="Calibri"/>
                          <a:sym typeface="Calibri"/>
                        </a:rPr>
                        <a:t>EDIT MASTER ROW HEADER STYLE</a:t>
                      </a:r>
                      <a:endParaRPr sz="1200" b="1" i="0" u="none" strike="noStrike" cap="none">
                        <a:solidFill>
                          <a:srgbClr val="000000"/>
                        </a:solidFill>
                        <a:latin typeface="Calibri"/>
                        <a:ea typeface="Calibri"/>
                        <a:cs typeface="Calibri"/>
                        <a:sym typeface="Calibri"/>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FCC33"/>
                    </a:solidFill>
                  </a:tcPr>
                </a:tc>
                <a:tc>
                  <a:txBody>
                    <a:bodyPr/>
                    <a:lstStyle/>
                    <a:p>
                      <a:pPr marL="0" marR="0" lvl="0" indent="0" algn="l" rtl="0">
                        <a:lnSpc>
                          <a:spcPct val="100000"/>
                        </a:lnSpc>
                        <a:spcBef>
                          <a:spcPts val="0"/>
                        </a:spcBef>
                        <a:spcAft>
                          <a:spcPts val="0"/>
                        </a:spcAft>
                        <a:buClr>
                          <a:srgbClr val="000000"/>
                        </a:buClr>
                        <a:buSzPts val="1200"/>
                        <a:buFont typeface="Calibri"/>
                        <a:buNone/>
                      </a:pPr>
                      <a:r>
                        <a:rPr lang="en-US" sz="1200" b="0" i="0" u="none" strike="noStrike" cap="none">
                          <a:solidFill>
                            <a:srgbClr val="000000"/>
                          </a:solidFill>
                          <a:latin typeface="Calibri"/>
                          <a:ea typeface="Calibri"/>
                          <a:cs typeface="Calibri"/>
                          <a:sym typeface="Calibri"/>
                        </a:rPr>
                        <a:t>Edit Master table text styles</a:t>
                      </a:r>
                      <a:endParaRPr/>
                    </a:p>
                  </a:txBody>
                  <a:tcPr marL="91450" marR="91450" marT="91450" marB="91450" anchor="ctr">
                    <a:lnL w="9525" cap="flat" cmpd="sng">
                      <a:solidFill>
                        <a:srgbClr val="87908F"/>
                      </a:solidFill>
                      <a:prstDash val="solid"/>
                      <a:round/>
                      <a:headEnd type="none" w="sm" len="sm"/>
                      <a:tailEnd type="none" w="sm" len="sm"/>
                    </a:lnL>
                    <a:lnR w="9525" cap="flat" cmpd="sng">
                      <a:solidFill>
                        <a:srgbClr val="87908F"/>
                      </a:solidFill>
                      <a:prstDash val="solid"/>
                      <a:round/>
                      <a:headEnd type="none" w="sm" len="sm"/>
                      <a:tailEnd type="none" w="sm" len="sm"/>
                    </a:lnR>
                    <a:lnT w="9525" cap="flat" cmpd="sng">
                      <a:solidFill>
                        <a:srgbClr val="87908F"/>
                      </a:solidFill>
                      <a:prstDash val="solid"/>
                      <a:round/>
                      <a:headEnd type="none" w="sm" len="sm"/>
                      <a:tailEnd type="none" w="sm" len="sm"/>
                    </a:lnT>
                    <a:lnB w="9525" cap="flat" cmpd="sng">
                      <a:solidFill>
                        <a:srgbClr val="87908F"/>
                      </a:solidFill>
                      <a:prstDash val="solid"/>
                      <a:round/>
                      <a:headEnd type="none" w="sm" len="sm"/>
                      <a:tailEnd type="none" w="sm" len="sm"/>
                    </a:lnB>
                    <a:solidFill>
                      <a:srgbClr val="F2F2F2"/>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Mason">
      <a:dk1>
        <a:srgbClr val="006633"/>
      </a:dk1>
      <a:lt1>
        <a:srgbClr val="FFFFFF"/>
      </a:lt1>
      <a:dk2>
        <a:srgbClr val="425195"/>
      </a:dk2>
      <a:lt2>
        <a:srgbClr val="A0C9C1"/>
      </a:lt2>
      <a:accent1>
        <a:srgbClr val="00909E"/>
      </a:accent1>
      <a:accent2>
        <a:srgbClr val="AC1D37"/>
      </a:accent2>
      <a:accent3>
        <a:srgbClr val="805732"/>
      </a:accent3>
      <a:accent4>
        <a:srgbClr val="80902B"/>
      </a:accent4>
      <a:accent5>
        <a:srgbClr val="FFCC33"/>
      </a:accent5>
      <a:accent6>
        <a:srgbClr val="D8D8C1"/>
      </a:accent6>
      <a:hlink>
        <a:srgbClr val="F79411"/>
      </a:hlink>
      <a:folHlink>
        <a:srgbClr val="87908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ea035b0b-d4a4-4160-ae0a-32d2cf7a840d" xsi:nil="true"/>
    <lcf76f155ced4ddcb4097134ff3c332f xmlns="7d35bc41-1145-4875-8ed8-4b6586f43481">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CA45C30C308A341BFDAB65976ABB442" ma:contentTypeVersion="17" ma:contentTypeDescription="Create a new document." ma:contentTypeScope="" ma:versionID="eeee7edb6e606ca9c644af75759c4062">
  <xsd:schema xmlns:xsd="http://www.w3.org/2001/XMLSchema" xmlns:xs="http://www.w3.org/2001/XMLSchema" xmlns:p="http://schemas.microsoft.com/office/2006/metadata/properties" xmlns:ns2="7d35bc41-1145-4875-8ed8-4b6586f43481" xmlns:ns3="ea035b0b-d4a4-4160-ae0a-32d2cf7a840d" targetNamespace="http://schemas.microsoft.com/office/2006/metadata/properties" ma:root="true" ma:fieldsID="608f77e83057bc2d9176dc756be9e826" ns2:_="" ns3:_="">
    <xsd:import namespace="7d35bc41-1145-4875-8ed8-4b6586f43481"/>
    <xsd:import namespace="ea035b0b-d4a4-4160-ae0a-32d2cf7a840d"/>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GenerationTime" minOccurs="0"/>
                <xsd:element ref="ns2:MediaServiceEventHashCode" minOccurs="0"/>
                <xsd:element ref="ns2:MediaLengthInSeconds" minOccurs="0"/>
                <xsd:element ref="ns2:MediaServiceLocation"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d35bc41-1145-4875-8ed8-4b6586f434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87414def-154c-4d25-b3bb-ada8546948f6"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a035b0b-d4a4-4160-ae0a-32d2cf7a840d"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f6c72f63-8241-44d9-aece-f266ac0fa368}" ma:internalName="TaxCatchAll" ma:showField="CatchAllData" ma:web="ea035b0b-d4a4-4160-ae0a-32d2cf7a840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20A64D7-DC07-49E6-8411-E59672CE7BB8}">
  <ds:schemaRefs>
    <ds:schemaRef ds:uri="http://schemas.microsoft.com/sharepoint/v3/contenttype/forms"/>
  </ds:schemaRefs>
</ds:datastoreItem>
</file>

<file path=customXml/itemProps2.xml><?xml version="1.0" encoding="utf-8"?>
<ds:datastoreItem xmlns:ds="http://schemas.openxmlformats.org/officeDocument/2006/customXml" ds:itemID="{EBBB1ECE-AFD7-4208-A965-E8724EC834DC}">
  <ds:schemaRefs>
    <ds:schemaRef ds:uri="http://purl.org/dc/dcmitype/"/>
    <ds:schemaRef ds:uri="http://schemas.microsoft.com/office/infopath/2007/PartnerControls"/>
    <ds:schemaRef ds:uri="http://purl.org/dc/elements/1.1/"/>
    <ds:schemaRef ds:uri="http://schemas.microsoft.com/office/2006/metadata/properties"/>
    <ds:schemaRef ds:uri="7d35bc41-1145-4875-8ed8-4b6586f43481"/>
    <ds:schemaRef ds:uri="http://purl.org/dc/terms/"/>
    <ds:schemaRef ds:uri="http://schemas.microsoft.com/office/2006/documentManagement/types"/>
    <ds:schemaRef ds:uri="ea035b0b-d4a4-4160-ae0a-32d2cf7a840d"/>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8076C0E0-66E3-4F9F-9D1B-306142ACFF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d35bc41-1145-4875-8ed8-4b6586f43481"/>
    <ds:schemaRef ds:uri="ea035b0b-d4a4-4160-ae0a-32d2cf7a840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682</TotalTime>
  <Words>3519</Words>
  <Application>Microsoft Macintosh PowerPoint</Application>
  <PresentationFormat>Widescreen</PresentationFormat>
  <Paragraphs>228</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How to Use the Mason PPT Template</vt:lpstr>
      <vt:lpstr>AIT-736 Applied Machine Learning</vt:lpstr>
      <vt:lpstr>Introduction/Motivation</vt:lpstr>
      <vt:lpstr>Problem Statement/Business Goal</vt:lpstr>
      <vt:lpstr>Dataset Description</vt:lpstr>
      <vt:lpstr>Exploratory Data Analysis</vt:lpstr>
      <vt:lpstr>Dataset Preparation and Cleaning</vt:lpstr>
      <vt:lpstr>Dataset Visualization</vt:lpstr>
      <vt:lpstr>Multicollinearity Analysis (VIF)</vt:lpstr>
      <vt:lpstr>Train/Test Split</vt:lpstr>
      <vt:lpstr>Models Development</vt:lpstr>
      <vt:lpstr>Models Comparison</vt:lpstr>
      <vt:lpstr>XGBOOST Model Tuning</vt:lpstr>
      <vt:lpstr>Final XGBOOST Model</vt:lpstr>
      <vt:lpstr>Model Evaluation</vt:lpstr>
      <vt:lpstr>Conclusion</vt:lpstr>
      <vt:lpstr>Table Type 1:Update the text in this title box to create a slide titleUpdate the text in this title box to create a slide title</vt:lpstr>
      <vt:lpstr>Table Type 2:Update the text in this title box to create a slide title</vt:lpstr>
      <vt:lpstr>Table Type 3:Update the text in this title box to create a slide title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Mason PPT Template</dc:title>
  <dc:creator>Microsoft Office User</dc:creator>
  <cp:lastModifiedBy>Nguyen P Huynh</cp:lastModifiedBy>
  <cp:revision>29</cp:revision>
  <dcterms:created xsi:type="dcterms:W3CDTF">2019-06-26T16:02:10Z</dcterms:created>
  <dcterms:modified xsi:type="dcterms:W3CDTF">2026-04-28T02:43:57Z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0x010100DCA45C30C308A341BFDAB65976ABB442</vt:lpwstr>
  </property>
  <property fmtid="{D5CDD505-2E9C-101B-9397-08002B2CF9AE}" pid="3" name="MediaServiceImageTags">
    <vt:lpwstr/>
  </property>
</Properties>
</file>