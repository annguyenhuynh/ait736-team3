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685"/>
  </p:normalViewPr>
  <p:slideViewPr>
    <p:cSldViewPr snapToGrid="0">
      <p:cViewPr varScale="1">
        <p:scale>
          <a:sx n="89" d="100"/>
          <a:sy n="89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8FB57-AD8A-E20E-71BC-48CB7FEFA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37403-2341-E51B-F428-CF363C23F4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ABC0D-172B-B076-AB46-A1AE67AF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29F7-3AB6-CE4C-BC4C-FE78F5F3B06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20639-7B54-D3A1-F035-CFE2050BB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920CE-002E-C19C-EED9-B8EF68E99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4560-3CBD-004A-80F5-DC45C93D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3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62BA2-2E51-EAAE-0D45-893ED1D8D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2E007-1AD8-3971-0D1B-39A28A166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A8003-2550-F03F-036B-85E29B9BC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29F7-3AB6-CE4C-BC4C-FE78F5F3B06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17AD5-0494-2F71-93DC-8E2D578D6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1F56C-F566-6768-9899-3EBEDC2C0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4560-3CBD-004A-80F5-DC45C93D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092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A27AA-251C-06DF-179C-AB7F677AC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3AEE2-DC0A-6BB5-E1AE-3F551457C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8B67E-38D1-857E-57F9-6D44BFFDE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29F7-3AB6-CE4C-BC4C-FE78F5F3B06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1FD25-6D2D-0E4D-EFF1-51FE7F876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0407B-2E8C-E9EE-B554-BADB231CB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4560-3CBD-004A-80F5-DC45C93D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671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81E61-CD35-A82F-4C80-A02E86B2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7CBCF-5226-4000-D754-61207DF580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60BB99-F660-27F5-4FAA-A6A37170D7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2D76B-8EE2-6348-46CB-486074346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29F7-3AB6-CE4C-BC4C-FE78F5F3B06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9C27B2-016C-EDD3-147C-BA0B84C90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6E58E-7CAF-095C-115A-F81A5881E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4560-3CBD-004A-80F5-DC45C93D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DC0EE-A0BC-2978-4333-3DC332A6B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65EE4-DD21-1FD2-EEB1-0B747EF27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41EAD2-1EC8-48DE-B9CA-E17BAF5753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43F463-11F3-656E-BE11-414715F375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77BCF7-B323-7068-1391-D838DDE811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4D63F7-C98B-E8E1-8759-9DBB5B21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29F7-3AB6-CE4C-BC4C-FE78F5F3B06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1711A7-BA3C-C2F9-4A6D-C55D06066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C53C5B-A760-39AC-9849-8A19B1D35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4560-3CBD-004A-80F5-DC45C93D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096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15EBD-49D9-A962-3D32-F0B193A0C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D97D0F-8747-53E9-67DC-A29D542AA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29F7-3AB6-CE4C-BC4C-FE78F5F3B06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7A4E14-B371-9FD2-4516-38B907C1C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FFEDD2-4424-B610-3282-CA232AEBF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4560-3CBD-004A-80F5-DC45C93D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724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1E1842-3BA7-99A7-E659-7229BA5FC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29F7-3AB6-CE4C-BC4C-FE78F5F3B06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463936-49D2-7904-F04F-4BF0CF718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880D0-1EF2-BFAA-4DD3-2F430D3E3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4560-3CBD-004A-80F5-DC45C93D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750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41B39-0075-8EFC-420F-1189F218B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A2012-ED23-02E6-34D1-8BB8497B6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61AB23-B21B-A513-2871-2320816D8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4C056F-DECD-CBA6-EF74-BB3742A5E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29F7-3AB6-CE4C-BC4C-FE78F5F3B06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0724A-6337-95CF-748B-B4C734914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1ACDB-AC1E-8059-0ADE-6D82E6828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4560-3CBD-004A-80F5-DC45C93D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633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2B065-B46D-FD56-1D11-989E6AF4D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1AAD19-16E2-ACD8-7973-751845E9E9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D9061A-187C-5C25-977F-3FC13031A6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598DB-69A6-AAE5-4A07-AA7721D2E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29F7-3AB6-CE4C-BC4C-FE78F5F3B06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A80560-7ADD-6BEE-FD1A-9C7F058FF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A8A525-A042-7A2B-0B40-5B2AD39B1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4560-3CBD-004A-80F5-DC45C93D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313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DEBE5-95F0-162B-4A97-032B37625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5ABEEF-F5B8-404F-6A4F-C66CAFF0F0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05B96-67B6-9708-D2B2-E30B17E67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29F7-3AB6-CE4C-BC4C-FE78F5F3B06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14813-17D4-F86B-DAD5-B2F23C5E8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5FF63-DF74-7308-AFF0-8990C974E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4560-3CBD-004A-80F5-DC45C93D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707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CA7724-2F26-4084-5504-1B54ABE41E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747A7C-1FF0-007B-AF0F-BA40A472BA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04021-D7D1-1920-D09E-002567DBC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29F7-3AB6-CE4C-BC4C-FE78F5F3B06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7C808-C74D-CCF2-15DE-E8F747E99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62C6A-8811-C6E4-198E-AEDEB51A1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34560-3CBD-004A-80F5-DC45C93D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219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9F5559-9568-5377-7A96-02855C257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F0859B-535E-3693-5241-718BB6DE0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41232-B63F-0B2C-F6BF-427B7033D5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9B29F7-3AB6-CE4C-BC4C-FE78F5F3B066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F2AFC-D2E6-DA5C-098E-85DDA4214E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D4D5D-0559-E43B-85DB-FA2E53B78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734560-3CBD-004A-80F5-DC45C93D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454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3AB01-EDF4-54C6-78D3-8744EBE6A9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013" y="885825"/>
            <a:ext cx="9815512" cy="2543175"/>
          </a:xfrm>
        </p:spPr>
        <p:txBody>
          <a:bodyPr/>
          <a:lstStyle/>
          <a:p>
            <a:r>
              <a:rPr lang="en-US" dirty="0"/>
              <a:t>Telco Customer Churn Prediction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9C50DB-1527-D13B-9990-B9B924108B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AIT 736</a:t>
            </a:r>
          </a:p>
          <a:p>
            <a:r>
              <a:rPr lang="en-US" dirty="0"/>
              <a:t>George Mason University</a:t>
            </a:r>
          </a:p>
          <a:p>
            <a:r>
              <a:rPr lang="en-US" dirty="0"/>
              <a:t>An Huynh</a:t>
            </a:r>
          </a:p>
        </p:txBody>
      </p:sp>
    </p:spTree>
    <p:extLst>
      <p:ext uri="{BB962C8B-B14F-4D97-AF65-F5344CB8AC3E}">
        <p14:creationId xmlns:p14="http://schemas.microsoft.com/office/powerpoint/2010/main" val="827868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Telco Customer Churn Prediction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P Huynh</dc:creator>
  <cp:lastModifiedBy>Nguyen P Huynh</cp:lastModifiedBy>
  <cp:revision>1</cp:revision>
  <dcterms:created xsi:type="dcterms:W3CDTF">2026-04-24T12:43:25Z</dcterms:created>
  <dcterms:modified xsi:type="dcterms:W3CDTF">2026-04-24T12:47:23Z</dcterms:modified>
</cp:coreProperties>
</file>